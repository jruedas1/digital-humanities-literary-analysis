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5"/>
  </p:sldMasterIdLst>
  <p:notesMasterIdLst>
    <p:notesMasterId r:id="rId36"/>
  </p:notesMasterIdLst>
  <p:handoutMasterIdLst>
    <p:handoutMasterId r:id="rId37"/>
  </p:handoutMasterIdLst>
  <p:sldIdLst>
    <p:sldId id="277" r:id="rId6"/>
    <p:sldId id="365" r:id="rId7"/>
    <p:sldId id="357" r:id="rId8"/>
    <p:sldId id="366" r:id="rId9"/>
    <p:sldId id="361" r:id="rId10"/>
    <p:sldId id="362" r:id="rId11"/>
    <p:sldId id="363" r:id="rId12"/>
    <p:sldId id="364" r:id="rId13"/>
    <p:sldId id="367" r:id="rId14"/>
    <p:sldId id="368" r:id="rId15"/>
    <p:sldId id="370" r:id="rId16"/>
    <p:sldId id="372" r:id="rId17"/>
    <p:sldId id="373" r:id="rId18"/>
    <p:sldId id="374" r:id="rId19"/>
    <p:sldId id="376" r:id="rId20"/>
    <p:sldId id="377" r:id="rId21"/>
    <p:sldId id="378" r:id="rId22"/>
    <p:sldId id="379" r:id="rId23"/>
    <p:sldId id="380" r:id="rId24"/>
    <p:sldId id="381" r:id="rId25"/>
    <p:sldId id="382" r:id="rId26"/>
    <p:sldId id="383" r:id="rId27"/>
    <p:sldId id="263" r:id="rId28"/>
    <p:sldId id="386" r:id="rId29"/>
    <p:sldId id="387" r:id="rId30"/>
    <p:sldId id="388" r:id="rId31"/>
    <p:sldId id="375" r:id="rId32"/>
    <p:sldId id="358" r:id="rId33"/>
    <p:sldId id="359" r:id="rId34"/>
    <p:sldId id="371" r:id="rId3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CF3CDEA-2513-0F40-B274-CD6611479E49}">
          <p14:sldIdLst>
            <p14:sldId id="277"/>
            <p14:sldId id="365"/>
            <p14:sldId id="357"/>
            <p14:sldId id="366"/>
            <p14:sldId id="361"/>
            <p14:sldId id="362"/>
            <p14:sldId id="363"/>
            <p14:sldId id="364"/>
            <p14:sldId id="367"/>
            <p14:sldId id="368"/>
            <p14:sldId id="370"/>
            <p14:sldId id="372"/>
            <p14:sldId id="373"/>
            <p14:sldId id="374"/>
            <p14:sldId id="376"/>
            <p14:sldId id="377"/>
            <p14:sldId id="378"/>
            <p14:sldId id="379"/>
            <p14:sldId id="380"/>
            <p14:sldId id="381"/>
            <p14:sldId id="382"/>
            <p14:sldId id="383"/>
            <p14:sldId id="263"/>
            <p14:sldId id="386"/>
            <p14:sldId id="387"/>
            <p14:sldId id="388"/>
            <p14:sldId id="375"/>
            <p14:sldId id="358"/>
            <p14:sldId id="359"/>
            <p14:sldId id="371"/>
          </p14:sldIdLst>
        </p14:section>
        <p14:section name="Sections" id="{7EE3A81E-9B1A-414C-9DED-225AA11AFC4C}">
          <p14:sldIdLst/>
        </p14:section>
        <p14:section name="Copy, Charts, Tables, &amp; Photos" id="{634FBB4D-7123-9D41-83AD-4B02CBE1E185}">
          <p14:sldIdLst/>
        </p14:section>
        <p14:section name="Closing" id="{8EE8E3A2-3DBA-BD4E-B1CD-62EDBF69E76A}">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4F1"/>
    <a:srgbClr val="FFFFFF"/>
    <a:srgbClr val="032044"/>
    <a:srgbClr val="265BF7"/>
    <a:srgbClr val="D3430D"/>
    <a:srgbClr val="0B2340"/>
    <a:srgbClr val="F15A22"/>
    <a:srgbClr val="C23D0C"/>
    <a:srgbClr val="F15922"/>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53C04B-A473-0644-802E-5A37F8099DB1}" v="2" dt="2026-09-30T19:34:56.88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82" autoAdjust="0"/>
    <p:restoredTop sz="92234" autoAdjust="0"/>
  </p:normalViewPr>
  <p:slideViewPr>
    <p:cSldViewPr snapToGrid="0">
      <p:cViewPr varScale="1">
        <p:scale>
          <a:sx n="155" d="100"/>
          <a:sy n="155" d="100"/>
        </p:scale>
        <p:origin x="192" y="208"/>
      </p:cViewPr>
      <p:guideLst/>
    </p:cSldViewPr>
  </p:slideViewPr>
  <p:outlineViewPr>
    <p:cViewPr>
      <p:scale>
        <a:sx n="33" d="100"/>
        <a:sy n="33" d="100"/>
      </p:scale>
      <p:origin x="0" y="-102"/>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21" d="100"/>
          <a:sy n="121" d="100"/>
        </p:scale>
        <p:origin x="5022"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21" Type="http://schemas.openxmlformats.org/officeDocument/2006/relationships/slide" Target="slides/slide16.xml"/><Relationship Id="rId34" Type="http://schemas.openxmlformats.org/officeDocument/2006/relationships/slide" Target="slides/slide29.xml"/><Relationship Id="rId42"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ACBA301-CFC7-E02E-E6E9-60501ED456B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620D1FD-CF9A-AE35-B157-C8A316D28CF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AE7BEC3-98B5-461D-BA9F-E606D04FF307}" type="datetimeFigureOut">
              <a:rPr lang="en-US" smtClean="0"/>
              <a:t>10/1/26</a:t>
            </a:fld>
            <a:endParaRPr lang="en-US"/>
          </a:p>
        </p:txBody>
      </p:sp>
      <p:sp>
        <p:nvSpPr>
          <p:cNvPr id="4" name="Footer Placeholder 3">
            <a:extLst>
              <a:ext uri="{FF2B5EF4-FFF2-40B4-BE49-F238E27FC236}">
                <a16:creationId xmlns:a16="http://schemas.microsoft.com/office/drawing/2014/main" id="{941851C2-EBC9-65F3-FC06-03ED1CAA6A4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7406A22-8E27-535C-D506-598FF78BEE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F980A40-3872-41A8-9C87-8F25024B003B}" type="slidenum">
              <a:rPr lang="en-US" smtClean="0"/>
              <a:t>‹#›</a:t>
            </a:fld>
            <a:endParaRPr lang="en-US"/>
          </a:p>
        </p:txBody>
      </p:sp>
    </p:spTree>
    <p:extLst>
      <p:ext uri="{BB962C8B-B14F-4D97-AF65-F5344CB8AC3E}">
        <p14:creationId xmlns:p14="http://schemas.microsoft.com/office/powerpoint/2010/main" val="12016575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A092DE-844F-834F-A5EE-A2469832C908}" type="datetimeFigureOut">
              <a:rPr lang="en-US" smtClean="0"/>
              <a:t>10/1/26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4A40CE-DB27-384B-AE70-2CAA375D6694}" type="slidenum">
              <a:rPr lang="en-US" smtClean="0"/>
              <a:t>‹#›</a:t>
            </a:fld>
            <a:endParaRPr lang="en-US"/>
          </a:p>
        </p:txBody>
      </p:sp>
    </p:spTree>
    <p:extLst>
      <p:ext uri="{BB962C8B-B14F-4D97-AF65-F5344CB8AC3E}">
        <p14:creationId xmlns:p14="http://schemas.microsoft.com/office/powerpoint/2010/main" val="946849793"/>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4A40CE-DB27-384B-AE70-2CAA375D6694}" type="slidenum">
              <a:rPr lang="en-US" smtClean="0"/>
              <a:t>1</a:t>
            </a:fld>
            <a:endParaRPr lang="en-US" dirty="0"/>
          </a:p>
        </p:txBody>
      </p:sp>
    </p:spTree>
    <p:extLst>
      <p:ext uri="{BB962C8B-B14F-4D97-AF65-F5344CB8AC3E}">
        <p14:creationId xmlns:p14="http://schemas.microsoft.com/office/powerpoint/2010/main" val="6362669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approach taken in this presentation is just one small part of Digital Humanities. Although computational approaches to literary texts are kind of a paradigmatic example of DH, and often shall we say the stereotypical approach, DH is an extremely diverse field with numerous different lineages and approaches. In addition to literary studies, many fields such as history, anthropology, classics, and modern languages use DH techniques. Within literary studies, there are also numerous different approaches aside from the one rooted in humanities computing. </a:t>
            </a:r>
          </a:p>
        </p:txBody>
      </p:sp>
      <p:sp>
        <p:nvSpPr>
          <p:cNvPr id="4" name="Slide Number Placeholder 3"/>
          <p:cNvSpPr>
            <a:spLocks noGrp="1"/>
          </p:cNvSpPr>
          <p:nvPr>
            <p:ph type="sldNum" sz="quarter" idx="5"/>
          </p:nvPr>
        </p:nvSpPr>
        <p:spPr/>
        <p:txBody>
          <a:bodyPr/>
          <a:lstStyle/>
          <a:p>
            <a:fld id="{A74A40CE-DB27-384B-AE70-2CAA375D6694}" type="slidenum">
              <a:rPr lang="en-US" smtClean="0"/>
              <a:t>3</a:t>
            </a:fld>
            <a:endParaRPr lang="en-US" dirty="0"/>
          </a:p>
        </p:txBody>
      </p:sp>
    </p:spTree>
    <p:extLst>
      <p:ext uri="{BB962C8B-B14F-4D97-AF65-F5344CB8AC3E}">
        <p14:creationId xmlns:p14="http://schemas.microsoft.com/office/powerpoint/2010/main" val="1641507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4A40CE-DB27-384B-AE70-2CAA375D6694}" type="slidenum">
              <a:rPr lang="en-US" smtClean="0"/>
              <a:t>5</a:t>
            </a:fld>
            <a:endParaRPr lang="en-US" dirty="0"/>
          </a:p>
        </p:txBody>
      </p:sp>
    </p:spTree>
    <p:extLst>
      <p:ext uri="{BB962C8B-B14F-4D97-AF65-F5344CB8AC3E}">
        <p14:creationId xmlns:p14="http://schemas.microsoft.com/office/powerpoint/2010/main" val="42380045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74A40CE-DB27-384B-AE70-2CAA375D6694}" type="slidenum">
              <a:rPr lang="en-US" smtClean="0"/>
              <a:t>11</a:t>
            </a:fld>
            <a:endParaRPr lang="en-US"/>
          </a:p>
        </p:txBody>
      </p:sp>
    </p:spTree>
    <p:extLst>
      <p:ext uri="{BB962C8B-B14F-4D97-AF65-F5344CB8AC3E}">
        <p14:creationId xmlns:p14="http://schemas.microsoft.com/office/powerpoint/2010/main" val="1069174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Humanities computing evolved after world war II as computers developed and some humanities scholars aimed to use the new technology to solve problems that were once very time-consuming, such as finding all examples of a particular word in a text and printing these out in their context or calculating the frequency of words in a text.</a:t>
            </a:r>
          </a:p>
        </p:txBody>
      </p:sp>
      <p:sp>
        <p:nvSpPr>
          <p:cNvPr id="4" name="Slide Number Placeholder 3"/>
          <p:cNvSpPr>
            <a:spLocks noGrp="1"/>
          </p:cNvSpPr>
          <p:nvPr>
            <p:ph type="sldNum" sz="quarter" idx="5"/>
          </p:nvPr>
        </p:nvSpPr>
        <p:spPr/>
        <p:txBody>
          <a:bodyPr/>
          <a:lstStyle/>
          <a:p>
            <a:fld id="{A74A40CE-DB27-384B-AE70-2CAA375D6694}" type="slidenum">
              <a:rPr lang="en-US" smtClean="0"/>
              <a:t>14</a:t>
            </a:fld>
            <a:endParaRPr lang="en-US"/>
          </a:p>
        </p:txBody>
      </p:sp>
    </p:spTree>
    <p:extLst>
      <p:ext uri="{BB962C8B-B14F-4D97-AF65-F5344CB8AC3E}">
        <p14:creationId xmlns:p14="http://schemas.microsoft.com/office/powerpoint/2010/main" val="1081172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computers became more accessible in academic settings, centers for humanities computing emerged along with journals and conferences. The focus was on computation as an analytic tool for solving problems. Thus, humanities computing became a highly technical and statistical field without a lot of reflection on digital worlds themselves. </a:t>
            </a:r>
          </a:p>
        </p:txBody>
      </p:sp>
      <p:sp>
        <p:nvSpPr>
          <p:cNvPr id="4" name="Slide Number Placeholder 3"/>
          <p:cNvSpPr>
            <a:spLocks noGrp="1"/>
          </p:cNvSpPr>
          <p:nvPr>
            <p:ph type="sldNum" sz="quarter" idx="5"/>
          </p:nvPr>
        </p:nvSpPr>
        <p:spPr/>
        <p:txBody>
          <a:bodyPr/>
          <a:lstStyle/>
          <a:p>
            <a:fld id="{A74A40CE-DB27-384B-AE70-2CAA375D6694}" type="slidenum">
              <a:rPr lang="en-US" smtClean="0"/>
              <a:t>15</a:t>
            </a:fld>
            <a:endParaRPr lang="en-US"/>
          </a:p>
        </p:txBody>
      </p:sp>
    </p:spTree>
    <p:extLst>
      <p:ext uri="{BB962C8B-B14F-4D97-AF65-F5344CB8AC3E}">
        <p14:creationId xmlns:p14="http://schemas.microsoft.com/office/powerpoint/2010/main" val="450762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By 2010 the wide spread of the web, social media, and personal computers, and increasingly smart phones, were transforming digital humanities. No longer was it only the use of computers as analytic tools, but also the use of web technology to display and visualize information; the use of digital archives, digital libraries, and digital collections; the use of digital maps; and the practice of critical reflection on digital cultures and the praxis of digital creativity.</a:t>
            </a:r>
          </a:p>
        </p:txBody>
      </p:sp>
      <p:sp>
        <p:nvSpPr>
          <p:cNvPr id="4" name="Slide Number Placeholder 3"/>
          <p:cNvSpPr>
            <a:spLocks noGrp="1"/>
          </p:cNvSpPr>
          <p:nvPr>
            <p:ph type="sldNum" sz="quarter" idx="5"/>
          </p:nvPr>
        </p:nvSpPr>
        <p:spPr/>
        <p:txBody>
          <a:bodyPr/>
          <a:lstStyle/>
          <a:p>
            <a:fld id="{A74A40CE-DB27-384B-AE70-2CAA375D6694}" type="slidenum">
              <a:rPr lang="en-US" smtClean="0"/>
              <a:t>16</a:t>
            </a:fld>
            <a:endParaRPr lang="en-US"/>
          </a:p>
        </p:txBody>
      </p:sp>
    </p:spTree>
    <p:extLst>
      <p:ext uri="{BB962C8B-B14F-4D97-AF65-F5344CB8AC3E}">
        <p14:creationId xmlns:p14="http://schemas.microsoft.com/office/powerpoint/2010/main" val="28660272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That said, here I do want to focus on DH text analysis, and specifically on literary text analysis. One of the main examples of this approach to literary analysis has been the Stanford Literary Lab, which evolved out of the lineage of humanities computing in DH.</a:t>
            </a:r>
          </a:p>
        </p:txBody>
      </p:sp>
      <p:sp>
        <p:nvSpPr>
          <p:cNvPr id="4" name="Slide Number Placeholder 3"/>
          <p:cNvSpPr>
            <a:spLocks noGrp="1"/>
          </p:cNvSpPr>
          <p:nvPr>
            <p:ph type="sldNum" sz="quarter" idx="5"/>
          </p:nvPr>
        </p:nvSpPr>
        <p:spPr/>
        <p:txBody>
          <a:bodyPr/>
          <a:lstStyle/>
          <a:p>
            <a:fld id="{A74A40CE-DB27-384B-AE70-2CAA375D6694}" type="slidenum">
              <a:rPr lang="en-US" smtClean="0"/>
              <a:t>17</a:t>
            </a:fld>
            <a:endParaRPr lang="en-US"/>
          </a:p>
        </p:txBody>
      </p:sp>
    </p:spTree>
    <p:extLst>
      <p:ext uri="{BB962C8B-B14F-4D97-AF65-F5344CB8AC3E}">
        <p14:creationId xmlns:p14="http://schemas.microsoft.com/office/powerpoint/2010/main" val="37444615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4A40CE-DB27-384B-AE70-2CAA375D6694}" type="slidenum">
              <a:rPr lang="en-US" smtClean="0"/>
              <a:t>23</a:t>
            </a:fld>
            <a:endParaRPr lang="en-US"/>
          </a:p>
        </p:txBody>
      </p:sp>
    </p:spTree>
    <p:extLst>
      <p:ext uri="{BB962C8B-B14F-4D97-AF65-F5344CB8AC3E}">
        <p14:creationId xmlns:p14="http://schemas.microsoft.com/office/powerpoint/2010/main" val="15049582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12.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5.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5.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2.emf"/></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slideMaster" Target="../slideMasters/slideMaster1.xml"/><Relationship Id="rId4" Type="http://schemas.openxmlformats.org/officeDocument/2006/relationships/image" Target="../media/image12.emf"/></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2.svg"/><Relationship Id="rId1" Type="http://schemas.openxmlformats.org/officeDocument/2006/relationships/slideMaster" Target="../slideMasters/slideMaster1.xml"/><Relationship Id="rId4" Type="http://schemas.openxmlformats.org/officeDocument/2006/relationships/image" Target="../media/image12.emf"/></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4.sv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25.emf"/><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rgbClr val="D3430D"/>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729BACE-67B0-7851-116C-40A8B63F88AB}"/>
              </a:ext>
            </a:extLst>
          </p:cNvPr>
          <p:cNvPicPr>
            <a:picLocks noChangeAspect="1"/>
          </p:cNvPicPr>
          <p:nvPr userDrawn="1"/>
        </p:nvPicPr>
        <p:blipFill>
          <a:blip r:embed="rId2">
            <a:alphaModFix amt="10000"/>
          </a:blip>
          <a:stretch>
            <a:fillRect/>
          </a:stretch>
        </p:blipFill>
        <p:spPr>
          <a:xfrm>
            <a:off x="6805608" y="521191"/>
            <a:ext cx="2966032" cy="3119447"/>
          </a:xfrm>
          <a:prstGeom prst="rect">
            <a:avLst/>
          </a:prstGeom>
        </p:spPr>
      </p:pic>
      <p:cxnSp>
        <p:nvCxnSpPr>
          <p:cNvPr id="3" name="Straight Connector 2">
            <a:extLst>
              <a:ext uri="{FF2B5EF4-FFF2-40B4-BE49-F238E27FC236}">
                <a16:creationId xmlns:a16="http://schemas.microsoft.com/office/drawing/2014/main" id="{D3C4E8A8-C2AE-9BCB-D313-DBA080416F76}"/>
              </a:ext>
            </a:extLst>
          </p:cNvPr>
          <p:cNvCxnSpPr/>
          <p:nvPr userDrawn="1"/>
        </p:nvCxnSpPr>
        <p:spPr>
          <a:xfrm>
            <a:off x="585229" y="3260613"/>
            <a:ext cx="1278755" cy="0"/>
          </a:xfrm>
          <a:prstGeom prst="line">
            <a:avLst/>
          </a:prstGeom>
          <a:ln>
            <a:solidFill>
              <a:schemeClr val="bg1"/>
            </a:solidFill>
          </a:ln>
        </p:spPr>
        <p:style>
          <a:lnRef idx="3">
            <a:schemeClr val="accent2"/>
          </a:lnRef>
          <a:fillRef idx="0">
            <a:schemeClr val="accent2"/>
          </a:fillRef>
          <a:effectRef idx="2">
            <a:schemeClr val="accent2"/>
          </a:effectRef>
          <a:fontRef idx="minor">
            <a:schemeClr val="tx1"/>
          </a:fontRef>
        </p:style>
      </p:cxnSp>
      <p:sp>
        <p:nvSpPr>
          <p:cNvPr id="4" name="Title 9">
            <a:extLst>
              <a:ext uri="{FF2B5EF4-FFF2-40B4-BE49-F238E27FC236}">
                <a16:creationId xmlns:a16="http://schemas.microsoft.com/office/drawing/2014/main" id="{D7E579BA-71D5-042D-324A-ED741A0A3F69}"/>
              </a:ext>
            </a:extLst>
          </p:cNvPr>
          <p:cNvSpPr>
            <a:spLocks noGrp="1"/>
          </p:cNvSpPr>
          <p:nvPr>
            <p:ph type="title"/>
          </p:nvPr>
        </p:nvSpPr>
        <p:spPr>
          <a:xfrm>
            <a:off x="483578" y="1553151"/>
            <a:ext cx="4607975" cy="1633758"/>
          </a:xfrm>
        </p:spPr>
        <p:txBody>
          <a:bodyPr/>
          <a:lstStyle>
            <a:lvl1pPr>
              <a:lnSpc>
                <a:spcPct val="80000"/>
              </a:lnSpc>
              <a:defRPr sz="4350" b="1" i="0">
                <a:solidFill>
                  <a:schemeClr val="bg1"/>
                </a:solidFill>
                <a:latin typeface="Aptos" panose="020B0004020202020204" pitchFamily="34" charset="0"/>
              </a:defRPr>
            </a:lvl1pPr>
          </a:lstStyle>
          <a:p>
            <a:r>
              <a:rPr lang="en-US" dirty="0"/>
              <a:t>Click to edit Master title style</a:t>
            </a:r>
          </a:p>
        </p:txBody>
      </p:sp>
      <p:sp>
        <p:nvSpPr>
          <p:cNvPr id="7" name="Text Placeholder 9">
            <a:extLst>
              <a:ext uri="{FF2B5EF4-FFF2-40B4-BE49-F238E27FC236}">
                <a16:creationId xmlns:a16="http://schemas.microsoft.com/office/drawing/2014/main" id="{F9A4A975-F08E-EF9E-41F6-1A4A96436435}"/>
              </a:ext>
            </a:extLst>
          </p:cNvPr>
          <p:cNvSpPr>
            <a:spLocks noGrp="1"/>
          </p:cNvSpPr>
          <p:nvPr>
            <p:ph type="body" sz="quarter" idx="12" hasCustomPrompt="1"/>
          </p:nvPr>
        </p:nvSpPr>
        <p:spPr>
          <a:xfrm>
            <a:off x="505362" y="3391831"/>
            <a:ext cx="3636169" cy="631031"/>
          </a:xfrm>
        </p:spPr>
        <p:txBody>
          <a:bodyPr/>
          <a:lstStyle>
            <a:lvl1pPr marL="0" indent="0">
              <a:buNone/>
              <a:defRPr b="1"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Presentation subtitle, can go up to three lines. Put what you’d like here!</a:t>
            </a:r>
          </a:p>
        </p:txBody>
      </p:sp>
      <p:pic>
        <p:nvPicPr>
          <p:cNvPr id="10" name="Picture 9">
            <a:extLst>
              <a:ext uri="{FF2B5EF4-FFF2-40B4-BE49-F238E27FC236}">
                <a16:creationId xmlns:a16="http://schemas.microsoft.com/office/drawing/2014/main" id="{40D341E6-6069-ADD1-B872-F8008732EEC8}"/>
              </a:ext>
            </a:extLst>
          </p:cNvPr>
          <p:cNvPicPr>
            <a:picLocks noChangeAspect="1"/>
          </p:cNvPicPr>
          <p:nvPr userDrawn="1"/>
        </p:nvPicPr>
        <p:blipFill>
          <a:blip r:embed="rId3"/>
          <a:stretch>
            <a:fillRect/>
          </a:stretch>
        </p:blipFill>
        <p:spPr>
          <a:xfrm>
            <a:off x="483578" y="803877"/>
            <a:ext cx="2187709" cy="675570"/>
          </a:xfrm>
          <a:prstGeom prst="rect">
            <a:avLst/>
          </a:prstGeom>
        </p:spPr>
      </p:pic>
    </p:spTree>
    <p:extLst>
      <p:ext uri="{BB962C8B-B14F-4D97-AF65-F5344CB8AC3E}">
        <p14:creationId xmlns:p14="http://schemas.microsoft.com/office/powerpoint/2010/main" val="2709817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rgbClr val="032044"/>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A04E72-5E75-6966-D987-B80BFF855BEC}"/>
              </a:ext>
            </a:extLst>
          </p:cNvPr>
          <p:cNvPicPr>
            <a:picLocks noChangeAspect="1"/>
          </p:cNvPicPr>
          <p:nvPr userDrawn="1"/>
        </p:nvPicPr>
        <p:blipFill>
          <a:blip r:embed="rId2">
            <a:alphaModFix amt="10000"/>
          </a:blip>
          <a:stretch>
            <a:fillRect/>
          </a:stretch>
        </p:blipFill>
        <p:spPr>
          <a:xfrm>
            <a:off x="6805608" y="521191"/>
            <a:ext cx="2966032" cy="3119447"/>
          </a:xfrm>
          <a:prstGeom prst="rect">
            <a:avLst/>
          </a:prstGeom>
        </p:spPr>
      </p:pic>
      <p:pic>
        <p:nvPicPr>
          <p:cNvPr id="2" name="Picture 1">
            <a:extLst>
              <a:ext uri="{FF2B5EF4-FFF2-40B4-BE49-F238E27FC236}">
                <a16:creationId xmlns:a16="http://schemas.microsoft.com/office/drawing/2014/main" id="{36352625-8E6C-E03C-54F5-FF990FC1DF8B}"/>
              </a:ext>
            </a:extLst>
          </p:cNvPr>
          <p:cNvPicPr>
            <a:picLocks noChangeAspect="1"/>
          </p:cNvPicPr>
          <p:nvPr userDrawn="1"/>
        </p:nvPicPr>
        <p:blipFill>
          <a:blip r:embed="rId3"/>
          <a:srcRect/>
          <a:stretch/>
        </p:blipFill>
        <p:spPr>
          <a:xfrm>
            <a:off x="483578" y="795454"/>
            <a:ext cx="2214986" cy="683993"/>
          </a:xfrm>
          <a:prstGeom prst="rect">
            <a:avLst/>
          </a:prstGeom>
        </p:spPr>
      </p:pic>
      <p:cxnSp>
        <p:nvCxnSpPr>
          <p:cNvPr id="3" name="Straight Connector 2">
            <a:extLst>
              <a:ext uri="{FF2B5EF4-FFF2-40B4-BE49-F238E27FC236}">
                <a16:creationId xmlns:a16="http://schemas.microsoft.com/office/drawing/2014/main" id="{975EF438-3A40-4F85-7276-7EC9AF1A68D6}"/>
              </a:ext>
            </a:extLst>
          </p:cNvPr>
          <p:cNvCxnSpPr/>
          <p:nvPr userDrawn="1"/>
        </p:nvCxnSpPr>
        <p:spPr>
          <a:xfrm>
            <a:off x="585229" y="3260613"/>
            <a:ext cx="1278755" cy="0"/>
          </a:xfrm>
          <a:prstGeom prst="line">
            <a:avLst/>
          </a:prstGeom>
          <a:ln>
            <a:solidFill>
              <a:schemeClr val="accent1"/>
            </a:solidFill>
          </a:ln>
        </p:spPr>
        <p:style>
          <a:lnRef idx="3">
            <a:schemeClr val="accent2"/>
          </a:lnRef>
          <a:fillRef idx="0">
            <a:schemeClr val="accent2"/>
          </a:fillRef>
          <a:effectRef idx="2">
            <a:schemeClr val="accent2"/>
          </a:effectRef>
          <a:fontRef idx="minor">
            <a:schemeClr val="tx1"/>
          </a:fontRef>
        </p:style>
      </p:cxnSp>
      <p:sp>
        <p:nvSpPr>
          <p:cNvPr id="4" name="Title 9">
            <a:extLst>
              <a:ext uri="{FF2B5EF4-FFF2-40B4-BE49-F238E27FC236}">
                <a16:creationId xmlns:a16="http://schemas.microsoft.com/office/drawing/2014/main" id="{36D2A32D-8EDA-8793-4926-00E292CC9F3A}"/>
              </a:ext>
            </a:extLst>
          </p:cNvPr>
          <p:cNvSpPr>
            <a:spLocks noGrp="1"/>
          </p:cNvSpPr>
          <p:nvPr>
            <p:ph type="title"/>
          </p:nvPr>
        </p:nvSpPr>
        <p:spPr>
          <a:xfrm>
            <a:off x="483578" y="1553151"/>
            <a:ext cx="4607975" cy="1633758"/>
          </a:xfrm>
        </p:spPr>
        <p:txBody>
          <a:bodyPr/>
          <a:lstStyle>
            <a:lvl1pPr>
              <a:lnSpc>
                <a:spcPct val="80000"/>
              </a:lnSpc>
              <a:defRPr sz="4350" b="1" i="0">
                <a:solidFill>
                  <a:schemeClr val="bg1"/>
                </a:solidFill>
                <a:latin typeface="Aptos" panose="020B0004020202020204" pitchFamily="34" charset="0"/>
              </a:defRPr>
            </a:lvl1pPr>
          </a:lstStyle>
          <a:p>
            <a:r>
              <a:rPr lang="en-US"/>
              <a:t>Click to edit Master title style</a:t>
            </a:r>
          </a:p>
        </p:txBody>
      </p:sp>
      <p:sp>
        <p:nvSpPr>
          <p:cNvPr id="5" name="Text Placeholder 9">
            <a:extLst>
              <a:ext uri="{FF2B5EF4-FFF2-40B4-BE49-F238E27FC236}">
                <a16:creationId xmlns:a16="http://schemas.microsoft.com/office/drawing/2014/main" id="{E65771BA-EAB6-D383-F315-09451159CA3F}"/>
              </a:ext>
            </a:extLst>
          </p:cNvPr>
          <p:cNvSpPr>
            <a:spLocks noGrp="1"/>
          </p:cNvSpPr>
          <p:nvPr>
            <p:ph type="body" sz="quarter" idx="12" hasCustomPrompt="1"/>
          </p:nvPr>
        </p:nvSpPr>
        <p:spPr>
          <a:xfrm>
            <a:off x="505362" y="3391831"/>
            <a:ext cx="3636169" cy="631031"/>
          </a:xfrm>
        </p:spPr>
        <p:txBody>
          <a:bodyPr/>
          <a:lstStyle>
            <a:lvl1pPr marL="0" indent="0">
              <a:buNone/>
              <a:defRPr b="1"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Presentation subtitle, can go up to three lines. Put what you’d like here!</a:t>
            </a:r>
          </a:p>
        </p:txBody>
      </p:sp>
    </p:spTree>
    <p:extLst>
      <p:ext uri="{BB962C8B-B14F-4D97-AF65-F5344CB8AC3E}">
        <p14:creationId xmlns:p14="http://schemas.microsoft.com/office/powerpoint/2010/main" val="2548288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rgbClr val="03204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DE87F6-3634-946B-A287-AEA75FF4B1EB}"/>
              </a:ext>
            </a:extLst>
          </p:cNvPr>
          <p:cNvPicPr>
            <a:picLocks noChangeAspect="1"/>
          </p:cNvPicPr>
          <p:nvPr userDrawn="1"/>
        </p:nvPicPr>
        <p:blipFill>
          <a:blip r:embed="rId2"/>
          <a:srcRect l="34859" r="24404"/>
          <a:stretch>
            <a:fillRect/>
          </a:stretch>
        </p:blipFill>
        <p:spPr>
          <a:xfrm>
            <a:off x="7182091" y="0"/>
            <a:ext cx="1961909" cy="5143500"/>
          </a:xfrm>
          <a:prstGeom prst="rect">
            <a:avLst/>
          </a:prstGeom>
        </p:spPr>
      </p:pic>
      <p:cxnSp>
        <p:nvCxnSpPr>
          <p:cNvPr id="4" name="Straight Connector 3">
            <a:extLst>
              <a:ext uri="{FF2B5EF4-FFF2-40B4-BE49-F238E27FC236}">
                <a16:creationId xmlns:a16="http://schemas.microsoft.com/office/drawing/2014/main" id="{A1FB0631-DCC3-122E-F733-F6ED8B867758}"/>
              </a:ext>
            </a:extLst>
          </p:cNvPr>
          <p:cNvCxnSpPr/>
          <p:nvPr userDrawn="1"/>
        </p:nvCxnSpPr>
        <p:spPr>
          <a:xfrm>
            <a:off x="585229" y="3260613"/>
            <a:ext cx="1278755" cy="0"/>
          </a:xfrm>
          <a:prstGeom prst="line">
            <a:avLst/>
          </a:prstGeom>
          <a:ln>
            <a:solidFill>
              <a:schemeClr val="accent1"/>
            </a:solidFill>
          </a:ln>
        </p:spPr>
        <p:style>
          <a:lnRef idx="3">
            <a:schemeClr val="accent2"/>
          </a:lnRef>
          <a:fillRef idx="0">
            <a:schemeClr val="accent2"/>
          </a:fillRef>
          <a:effectRef idx="2">
            <a:schemeClr val="accent2"/>
          </a:effectRef>
          <a:fontRef idx="minor">
            <a:schemeClr val="tx1"/>
          </a:fontRef>
        </p:style>
      </p:cxnSp>
      <p:sp>
        <p:nvSpPr>
          <p:cNvPr id="5" name="Title 9">
            <a:extLst>
              <a:ext uri="{FF2B5EF4-FFF2-40B4-BE49-F238E27FC236}">
                <a16:creationId xmlns:a16="http://schemas.microsoft.com/office/drawing/2014/main" id="{282F0953-7D60-B264-F10B-3A04A02FC11A}"/>
              </a:ext>
            </a:extLst>
          </p:cNvPr>
          <p:cNvSpPr>
            <a:spLocks noGrp="1"/>
          </p:cNvSpPr>
          <p:nvPr>
            <p:ph type="title"/>
          </p:nvPr>
        </p:nvSpPr>
        <p:spPr>
          <a:xfrm>
            <a:off x="483578" y="1553151"/>
            <a:ext cx="4607975" cy="1633758"/>
          </a:xfrm>
        </p:spPr>
        <p:txBody>
          <a:bodyPr/>
          <a:lstStyle>
            <a:lvl1pPr>
              <a:lnSpc>
                <a:spcPct val="80000"/>
              </a:lnSpc>
              <a:defRPr sz="4350" b="1" i="0">
                <a:solidFill>
                  <a:schemeClr val="bg1"/>
                </a:solidFill>
                <a:latin typeface="Aptos" panose="020B0004020202020204" pitchFamily="34" charset="0"/>
              </a:defRPr>
            </a:lvl1pPr>
          </a:lstStyle>
          <a:p>
            <a:r>
              <a:rPr lang="en-US"/>
              <a:t>Click to edit Master title style</a:t>
            </a:r>
          </a:p>
        </p:txBody>
      </p:sp>
      <p:sp>
        <p:nvSpPr>
          <p:cNvPr id="6" name="Text Placeholder 9">
            <a:extLst>
              <a:ext uri="{FF2B5EF4-FFF2-40B4-BE49-F238E27FC236}">
                <a16:creationId xmlns:a16="http://schemas.microsoft.com/office/drawing/2014/main" id="{B815A485-1438-ED1B-1EA4-B5E848603322}"/>
              </a:ext>
            </a:extLst>
          </p:cNvPr>
          <p:cNvSpPr>
            <a:spLocks noGrp="1"/>
          </p:cNvSpPr>
          <p:nvPr>
            <p:ph type="body" sz="quarter" idx="12" hasCustomPrompt="1"/>
          </p:nvPr>
        </p:nvSpPr>
        <p:spPr>
          <a:xfrm>
            <a:off x="505362" y="3391831"/>
            <a:ext cx="3636169" cy="631031"/>
          </a:xfrm>
        </p:spPr>
        <p:txBody>
          <a:bodyPr/>
          <a:lstStyle>
            <a:lvl1pPr marL="0" indent="0">
              <a:buNone/>
              <a:defRPr b="1"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Presentation subtitle, can go up to three lines. Put what you’d like here!</a:t>
            </a:r>
          </a:p>
        </p:txBody>
      </p:sp>
      <p:pic>
        <p:nvPicPr>
          <p:cNvPr id="2" name="Picture 1">
            <a:extLst>
              <a:ext uri="{FF2B5EF4-FFF2-40B4-BE49-F238E27FC236}">
                <a16:creationId xmlns:a16="http://schemas.microsoft.com/office/drawing/2014/main" id="{C90FBA4D-5FC7-B66B-A6F5-B51EAC2A3652}"/>
              </a:ext>
            </a:extLst>
          </p:cNvPr>
          <p:cNvPicPr>
            <a:picLocks noChangeAspect="1"/>
          </p:cNvPicPr>
          <p:nvPr userDrawn="1"/>
        </p:nvPicPr>
        <p:blipFill>
          <a:blip r:embed="rId3"/>
          <a:srcRect/>
          <a:stretch/>
        </p:blipFill>
        <p:spPr>
          <a:xfrm>
            <a:off x="483578" y="795454"/>
            <a:ext cx="2214986" cy="683993"/>
          </a:xfrm>
          <a:prstGeom prst="rect">
            <a:avLst/>
          </a:prstGeom>
        </p:spPr>
      </p:pic>
    </p:spTree>
    <p:extLst>
      <p:ext uri="{BB962C8B-B14F-4D97-AF65-F5344CB8AC3E}">
        <p14:creationId xmlns:p14="http://schemas.microsoft.com/office/powerpoint/2010/main" val="1815551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amp; Photo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8F23A9-6F7C-B4C2-7880-C05606D0DEFD}"/>
              </a:ext>
            </a:extLst>
          </p:cNvPr>
          <p:cNvSpPr/>
          <p:nvPr/>
        </p:nvSpPr>
        <p:spPr>
          <a:xfrm>
            <a:off x="0" y="0"/>
            <a:ext cx="9144000" cy="5143500"/>
          </a:xfrm>
          <a:prstGeom prst="rect">
            <a:avLst/>
          </a:prstGeom>
          <a:solidFill>
            <a:srgbClr val="0C23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1" name="Graphic 10">
            <a:extLst>
              <a:ext uri="{FF2B5EF4-FFF2-40B4-BE49-F238E27FC236}">
                <a16:creationId xmlns:a16="http://schemas.microsoft.com/office/drawing/2014/main" id="{0438A944-052B-702B-CD6B-CC35D1A951D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91554" y="-6"/>
            <a:ext cx="4052447" cy="5143490"/>
          </a:xfrm>
          <a:prstGeom prst="rect">
            <a:avLst/>
          </a:prstGeom>
        </p:spPr>
      </p:pic>
      <p:cxnSp>
        <p:nvCxnSpPr>
          <p:cNvPr id="4" name="Straight Connector 3">
            <a:extLst>
              <a:ext uri="{FF2B5EF4-FFF2-40B4-BE49-F238E27FC236}">
                <a16:creationId xmlns:a16="http://schemas.microsoft.com/office/drawing/2014/main" id="{4F2804BB-712D-7D14-B5A3-709CE40C535C}"/>
              </a:ext>
            </a:extLst>
          </p:cNvPr>
          <p:cNvCxnSpPr/>
          <p:nvPr userDrawn="1"/>
        </p:nvCxnSpPr>
        <p:spPr>
          <a:xfrm>
            <a:off x="585229" y="3260613"/>
            <a:ext cx="1278755" cy="0"/>
          </a:xfrm>
          <a:prstGeom prst="line">
            <a:avLst/>
          </a:prstGeom>
          <a:ln>
            <a:solidFill>
              <a:schemeClr val="accent1"/>
            </a:solidFill>
          </a:ln>
        </p:spPr>
        <p:style>
          <a:lnRef idx="3">
            <a:schemeClr val="accent2"/>
          </a:lnRef>
          <a:fillRef idx="0">
            <a:schemeClr val="accent2"/>
          </a:fillRef>
          <a:effectRef idx="2">
            <a:schemeClr val="accent2"/>
          </a:effectRef>
          <a:fontRef idx="minor">
            <a:schemeClr val="tx1"/>
          </a:fontRef>
        </p:style>
      </p:cxnSp>
      <p:sp>
        <p:nvSpPr>
          <p:cNvPr id="5" name="Title 9">
            <a:extLst>
              <a:ext uri="{FF2B5EF4-FFF2-40B4-BE49-F238E27FC236}">
                <a16:creationId xmlns:a16="http://schemas.microsoft.com/office/drawing/2014/main" id="{622FE5F9-F3C6-A0A0-89F3-248EA51D0B3F}"/>
              </a:ext>
            </a:extLst>
          </p:cNvPr>
          <p:cNvSpPr>
            <a:spLocks noGrp="1"/>
          </p:cNvSpPr>
          <p:nvPr>
            <p:ph type="title"/>
          </p:nvPr>
        </p:nvSpPr>
        <p:spPr>
          <a:xfrm>
            <a:off x="483578" y="1553151"/>
            <a:ext cx="4607975" cy="1633758"/>
          </a:xfrm>
        </p:spPr>
        <p:txBody>
          <a:bodyPr/>
          <a:lstStyle>
            <a:lvl1pPr>
              <a:lnSpc>
                <a:spcPct val="80000"/>
              </a:lnSpc>
              <a:defRPr sz="4350" b="1" i="0">
                <a:solidFill>
                  <a:schemeClr val="bg1"/>
                </a:solidFill>
                <a:latin typeface="Aptos" panose="020B0004020202020204" pitchFamily="34" charset="0"/>
              </a:defRPr>
            </a:lvl1pPr>
          </a:lstStyle>
          <a:p>
            <a:r>
              <a:rPr lang="en-US"/>
              <a:t>Click to edit Master title style</a:t>
            </a:r>
          </a:p>
        </p:txBody>
      </p:sp>
      <p:sp>
        <p:nvSpPr>
          <p:cNvPr id="7" name="Text Placeholder 9">
            <a:extLst>
              <a:ext uri="{FF2B5EF4-FFF2-40B4-BE49-F238E27FC236}">
                <a16:creationId xmlns:a16="http://schemas.microsoft.com/office/drawing/2014/main" id="{B1A13F03-13E8-E2FD-6976-7681AC3BD6F3}"/>
              </a:ext>
            </a:extLst>
          </p:cNvPr>
          <p:cNvSpPr>
            <a:spLocks noGrp="1"/>
          </p:cNvSpPr>
          <p:nvPr>
            <p:ph type="body" sz="quarter" idx="12" hasCustomPrompt="1"/>
          </p:nvPr>
        </p:nvSpPr>
        <p:spPr>
          <a:xfrm>
            <a:off x="505362" y="3391831"/>
            <a:ext cx="3636169" cy="631031"/>
          </a:xfrm>
        </p:spPr>
        <p:txBody>
          <a:bodyPr/>
          <a:lstStyle>
            <a:lvl1pPr marL="0" indent="0">
              <a:buNone/>
              <a:defRPr b="1"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Presentation subtitle, can go up to three lines. Put what you’d like here!</a:t>
            </a:r>
          </a:p>
        </p:txBody>
      </p:sp>
      <p:pic>
        <p:nvPicPr>
          <p:cNvPr id="8" name="Picture 7" descr="A person in a white lab coat&#10;&#10;AI-generated content may be incorrect.">
            <a:extLst>
              <a:ext uri="{FF2B5EF4-FFF2-40B4-BE49-F238E27FC236}">
                <a16:creationId xmlns:a16="http://schemas.microsoft.com/office/drawing/2014/main" id="{287D2FF7-C7FD-F139-3EB8-9509B491EE7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5333839" y="150471"/>
            <a:ext cx="3567875" cy="4993029"/>
          </a:xfrm>
          <a:prstGeom prst="rect">
            <a:avLst/>
          </a:prstGeom>
          <a:effectLst>
            <a:outerShdw blurRad="171583" dist="38100" dir="2700000" sx="101000" sy="101000" algn="tl" rotWithShape="0">
              <a:prstClr val="black">
                <a:alpha val="18000"/>
              </a:prstClr>
            </a:outerShdw>
          </a:effectLst>
        </p:spPr>
      </p:pic>
      <p:pic>
        <p:nvPicPr>
          <p:cNvPr id="3" name="Picture 2">
            <a:extLst>
              <a:ext uri="{FF2B5EF4-FFF2-40B4-BE49-F238E27FC236}">
                <a16:creationId xmlns:a16="http://schemas.microsoft.com/office/drawing/2014/main" id="{768CCD5B-B457-360F-BC3F-9B9BD46E1559}"/>
              </a:ext>
            </a:extLst>
          </p:cNvPr>
          <p:cNvPicPr>
            <a:picLocks noChangeAspect="1"/>
          </p:cNvPicPr>
          <p:nvPr userDrawn="1"/>
        </p:nvPicPr>
        <p:blipFill>
          <a:blip r:embed="rId4"/>
          <a:srcRect/>
          <a:stretch/>
        </p:blipFill>
        <p:spPr>
          <a:xfrm>
            <a:off x="483578" y="795454"/>
            <a:ext cx="2214986" cy="683993"/>
          </a:xfrm>
          <a:prstGeom prst="rect">
            <a:avLst/>
          </a:prstGeom>
        </p:spPr>
      </p:pic>
    </p:spTree>
    <p:extLst>
      <p:ext uri="{BB962C8B-B14F-4D97-AF65-F5344CB8AC3E}">
        <p14:creationId xmlns:p14="http://schemas.microsoft.com/office/powerpoint/2010/main" val="1396743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amp; Photo 5">
    <p:spTree>
      <p:nvGrpSpPr>
        <p:cNvPr id="1" name=""/>
        <p:cNvGrpSpPr/>
        <p:nvPr/>
      </p:nvGrpSpPr>
      <p:grpSpPr>
        <a:xfrm>
          <a:off x="0" y="0"/>
          <a:ext cx="0" cy="0"/>
          <a:chOff x="0" y="0"/>
          <a:chExt cx="0" cy="0"/>
        </a:xfrm>
      </p:grpSpPr>
      <p:pic>
        <p:nvPicPr>
          <p:cNvPr id="3" name="Picture 2" descr="A group of people walking outside of a building&#10;&#10;Description automatically generated">
            <a:extLst>
              <a:ext uri="{FF2B5EF4-FFF2-40B4-BE49-F238E27FC236}">
                <a16:creationId xmlns:a16="http://schemas.microsoft.com/office/drawing/2014/main" id="{2EE7EC0B-B4D7-E9F7-5D5F-CD677C370FF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a:fillRect/>
          </a:stretch>
        </p:blipFill>
        <p:spPr>
          <a:xfrm>
            <a:off x="1" y="0"/>
            <a:ext cx="9144000" cy="5143500"/>
          </a:xfrm>
          <a:prstGeom prst="rect">
            <a:avLst/>
          </a:prstGeom>
        </p:spPr>
      </p:pic>
      <p:sp>
        <p:nvSpPr>
          <p:cNvPr id="16" name="Rectangle 15">
            <a:extLst>
              <a:ext uri="{FF2B5EF4-FFF2-40B4-BE49-F238E27FC236}">
                <a16:creationId xmlns:a16="http://schemas.microsoft.com/office/drawing/2014/main" id="{19DE986F-AAF1-2F74-A803-57EBC79FD795}"/>
              </a:ext>
            </a:extLst>
          </p:cNvPr>
          <p:cNvSpPr/>
          <p:nvPr userDrawn="1"/>
        </p:nvSpPr>
        <p:spPr>
          <a:xfrm>
            <a:off x="0" y="-7"/>
            <a:ext cx="9144000" cy="5143499"/>
          </a:xfrm>
          <a:prstGeom prst="rect">
            <a:avLst/>
          </a:prstGeom>
          <a:gradFill>
            <a:gsLst>
              <a:gs pos="82000">
                <a:schemeClr val="accent2"/>
              </a:gs>
              <a:gs pos="0">
                <a:schemeClr val="accent2">
                  <a:alpha val="39109"/>
                </a:schemeClr>
              </a:gs>
            </a:gsLst>
            <a:lin ang="12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9" name="Straight Connector 8">
            <a:extLst>
              <a:ext uri="{FF2B5EF4-FFF2-40B4-BE49-F238E27FC236}">
                <a16:creationId xmlns:a16="http://schemas.microsoft.com/office/drawing/2014/main" id="{B907C253-491A-9B09-19D0-10B95A184377}"/>
              </a:ext>
            </a:extLst>
          </p:cNvPr>
          <p:cNvCxnSpPr/>
          <p:nvPr userDrawn="1"/>
        </p:nvCxnSpPr>
        <p:spPr>
          <a:xfrm>
            <a:off x="585229" y="3260613"/>
            <a:ext cx="1278755" cy="0"/>
          </a:xfrm>
          <a:prstGeom prst="line">
            <a:avLst/>
          </a:prstGeom>
          <a:ln>
            <a:solidFill>
              <a:schemeClr val="accent1"/>
            </a:solidFill>
          </a:ln>
        </p:spPr>
        <p:style>
          <a:lnRef idx="3">
            <a:schemeClr val="accent2"/>
          </a:lnRef>
          <a:fillRef idx="0">
            <a:schemeClr val="accent2"/>
          </a:fillRef>
          <a:effectRef idx="2">
            <a:schemeClr val="accent2"/>
          </a:effectRef>
          <a:fontRef idx="minor">
            <a:schemeClr val="tx1"/>
          </a:fontRef>
        </p:style>
      </p:cxnSp>
      <p:sp>
        <p:nvSpPr>
          <p:cNvPr id="11" name="Title 9">
            <a:extLst>
              <a:ext uri="{FF2B5EF4-FFF2-40B4-BE49-F238E27FC236}">
                <a16:creationId xmlns:a16="http://schemas.microsoft.com/office/drawing/2014/main" id="{5F4B9ECF-B27C-4650-6718-11C41C2261F5}"/>
              </a:ext>
            </a:extLst>
          </p:cNvPr>
          <p:cNvSpPr>
            <a:spLocks noGrp="1"/>
          </p:cNvSpPr>
          <p:nvPr>
            <p:ph type="title"/>
          </p:nvPr>
        </p:nvSpPr>
        <p:spPr>
          <a:xfrm>
            <a:off x="483578" y="1553151"/>
            <a:ext cx="4607975" cy="1633758"/>
          </a:xfrm>
        </p:spPr>
        <p:txBody>
          <a:bodyPr/>
          <a:lstStyle>
            <a:lvl1pPr>
              <a:lnSpc>
                <a:spcPct val="80000"/>
              </a:lnSpc>
              <a:defRPr sz="4350" b="1" i="0">
                <a:solidFill>
                  <a:schemeClr val="bg1"/>
                </a:solidFill>
                <a:latin typeface="Aptos" panose="020B0004020202020204" pitchFamily="34" charset="0"/>
              </a:defRPr>
            </a:lvl1pPr>
          </a:lstStyle>
          <a:p>
            <a:r>
              <a:rPr lang="en-US"/>
              <a:t>Click to edit Master title style</a:t>
            </a:r>
          </a:p>
        </p:txBody>
      </p:sp>
      <p:sp>
        <p:nvSpPr>
          <p:cNvPr id="17" name="Text Placeholder 9">
            <a:extLst>
              <a:ext uri="{FF2B5EF4-FFF2-40B4-BE49-F238E27FC236}">
                <a16:creationId xmlns:a16="http://schemas.microsoft.com/office/drawing/2014/main" id="{D3C996F7-0767-E71E-F7D1-D856F239CBC7}"/>
              </a:ext>
            </a:extLst>
          </p:cNvPr>
          <p:cNvSpPr>
            <a:spLocks noGrp="1"/>
          </p:cNvSpPr>
          <p:nvPr>
            <p:ph type="body" sz="quarter" idx="12" hasCustomPrompt="1"/>
          </p:nvPr>
        </p:nvSpPr>
        <p:spPr>
          <a:xfrm>
            <a:off x="505362" y="3391831"/>
            <a:ext cx="3636169" cy="631031"/>
          </a:xfrm>
        </p:spPr>
        <p:txBody>
          <a:bodyPr/>
          <a:lstStyle>
            <a:lvl1pPr marL="0" indent="0">
              <a:buNone/>
              <a:defRPr b="1"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Presentation subtitle, can go up to three lines. Put what you’d like here!</a:t>
            </a:r>
          </a:p>
        </p:txBody>
      </p:sp>
      <p:pic>
        <p:nvPicPr>
          <p:cNvPr id="4" name="Picture 3">
            <a:extLst>
              <a:ext uri="{FF2B5EF4-FFF2-40B4-BE49-F238E27FC236}">
                <a16:creationId xmlns:a16="http://schemas.microsoft.com/office/drawing/2014/main" id="{4BDE48AB-5295-51BF-2C1C-EC41EA4CE45C}"/>
              </a:ext>
            </a:extLst>
          </p:cNvPr>
          <p:cNvPicPr>
            <a:picLocks noChangeAspect="1"/>
          </p:cNvPicPr>
          <p:nvPr userDrawn="1"/>
        </p:nvPicPr>
        <p:blipFill>
          <a:blip r:embed="rId3"/>
          <a:srcRect/>
          <a:stretch/>
        </p:blipFill>
        <p:spPr>
          <a:xfrm>
            <a:off x="483578" y="795454"/>
            <a:ext cx="2214986" cy="683993"/>
          </a:xfrm>
          <a:prstGeom prst="rect">
            <a:avLst/>
          </a:prstGeom>
        </p:spPr>
      </p:pic>
    </p:spTree>
    <p:extLst>
      <p:ext uri="{BB962C8B-B14F-4D97-AF65-F5344CB8AC3E}">
        <p14:creationId xmlns:p14="http://schemas.microsoft.com/office/powerpoint/2010/main" val="2532534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amp; Photo 6">
    <p:spTree>
      <p:nvGrpSpPr>
        <p:cNvPr id="1" name=""/>
        <p:cNvGrpSpPr/>
        <p:nvPr/>
      </p:nvGrpSpPr>
      <p:grpSpPr>
        <a:xfrm>
          <a:off x="0" y="0"/>
          <a:ext cx="0" cy="0"/>
          <a:chOff x="0" y="0"/>
          <a:chExt cx="0" cy="0"/>
        </a:xfrm>
      </p:grpSpPr>
      <p:pic>
        <p:nvPicPr>
          <p:cNvPr id="3" name="Picture 2" descr="A close-up of a building&#10;&#10;AI-generated content may be incorrect.">
            <a:extLst>
              <a:ext uri="{FF2B5EF4-FFF2-40B4-BE49-F238E27FC236}">
                <a16:creationId xmlns:a16="http://schemas.microsoft.com/office/drawing/2014/main" id="{54F1DB9E-E98E-C2D0-1C3C-51CF1F00B194}"/>
              </a:ext>
            </a:extLst>
          </p:cNvPr>
          <p:cNvPicPr>
            <a:picLocks noChangeAspect="1"/>
          </p:cNvPicPr>
          <p:nvPr userDrawn="1"/>
        </p:nvPicPr>
        <p:blipFill>
          <a:blip r:embed="rId2" cstate="screen">
            <a:alphaModFix amt="56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a:xfrm>
            <a:off x="0" y="1"/>
            <a:ext cx="9144000" cy="5143500"/>
          </a:xfrm>
          <a:prstGeom prst="rect">
            <a:avLst/>
          </a:prstGeom>
        </p:spPr>
      </p:pic>
      <p:sp>
        <p:nvSpPr>
          <p:cNvPr id="4" name="Rectangle 3">
            <a:extLst>
              <a:ext uri="{FF2B5EF4-FFF2-40B4-BE49-F238E27FC236}">
                <a16:creationId xmlns:a16="http://schemas.microsoft.com/office/drawing/2014/main" id="{26203E75-F488-B41C-9B2D-CC30B34B2AF2}"/>
              </a:ext>
            </a:extLst>
          </p:cNvPr>
          <p:cNvSpPr/>
          <p:nvPr userDrawn="1"/>
        </p:nvSpPr>
        <p:spPr>
          <a:xfrm>
            <a:off x="-4" y="0"/>
            <a:ext cx="9144000" cy="5143500"/>
          </a:xfrm>
          <a:prstGeom prst="rect">
            <a:avLst/>
          </a:prstGeom>
          <a:gradFill>
            <a:gsLst>
              <a:gs pos="82000">
                <a:schemeClr val="accent2"/>
              </a:gs>
              <a:gs pos="0">
                <a:schemeClr val="accent2">
                  <a:alpha val="39109"/>
                </a:schemeClr>
              </a:gs>
            </a:gsLst>
            <a:lin ang="12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9" name="Straight Connector 8">
            <a:extLst>
              <a:ext uri="{FF2B5EF4-FFF2-40B4-BE49-F238E27FC236}">
                <a16:creationId xmlns:a16="http://schemas.microsoft.com/office/drawing/2014/main" id="{B907C253-491A-9B09-19D0-10B95A184377}"/>
              </a:ext>
            </a:extLst>
          </p:cNvPr>
          <p:cNvCxnSpPr/>
          <p:nvPr userDrawn="1"/>
        </p:nvCxnSpPr>
        <p:spPr>
          <a:xfrm>
            <a:off x="585229" y="3260613"/>
            <a:ext cx="1278755" cy="0"/>
          </a:xfrm>
          <a:prstGeom prst="line">
            <a:avLst/>
          </a:prstGeom>
          <a:ln>
            <a:solidFill>
              <a:schemeClr val="accent1"/>
            </a:solidFill>
          </a:ln>
        </p:spPr>
        <p:style>
          <a:lnRef idx="3">
            <a:schemeClr val="accent2"/>
          </a:lnRef>
          <a:fillRef idx="0">
            <a:schemeClr val="accent2"/>
          </a:fillRef>
          <a:effectRef idx="2">
            <a:schemeClr val="accent2"/>
          </a:effectRef>
          <a:fontRef idx="minor">
            <a:schemeClr val="tx1"/>
          </a:fontRef>
        </p:style>
      </p:cxnSp>
      <p:sp>
        <p:nvSpPr>
          <p:cNvPr id="11" name="Title 9">
            <a:extLst>
              <a:ext uri="{FF2B5EF4-FFF2-40B4-BE49-F238E27FC236}">
                <a16:creationId xmlns:a16="http://schemas.microsoft.com/office/drawing/2014/main" id="{5F4B9ECF-B27C-4650-6718-11C41C2261F5}"/>
              </a:ext>
            </a:extLst>
          </p:cNvPr>
          <p:cNvSpPr>
            <a:spLocks noGrp="1"/>
          </p:cNvSpPr>
          <p:nvPr>
            <p:ph type="title"/>
          </p:nvPr>
        </p:nvSpPr>
        <p:spPr>
          <a:xfrm>
            <a:off x="483578" y="1553151"/>
            <a:ext cx="4607975" cy="1633758"/>
          </a:xfrm>
        </p:spPr>
        <p:txBody>
          <a:bodyPr/>
          <a:lstStyle>
            <a:lvl1pPr>
              <a:lnSpc>
                <a:spcPct val="80000"/>
              </a:lnSpc>
              <a:defRPr sz="4350" b="1" i="0">
                <a:solidFill>
                  <a:schemeClr val="bg1"/>
                </a:solidFill>
                <a:latin typeface="Aptos" panose="020B0004020202020204" pitchFamily="34" charset="0"/>
              </a:defRPr>
            </a:lvl1pPr>
          </a:lstStyle>
          <a:p>
            <a:r>
              <a:rPr lang="en-US"/>
              <a:t>Click to edit Master title style</a:t>
            </a:r>
          </a:p>
        </p:txBody>
      </p:sp>
      <p:sp>
        <p:nvSpPr>
          <p:cNvPr id="17" name="Text Placeholder 9">
            <a:extLst>
              <a:ext uri="{FF2B5EF4-FFF2-40B4-BE49-F238E27FC236}">
                <a16:creationId xmlns:a16="http://schemas.microsoft.com/office/drawing/2014/main" id="{D3C996F7-0767-E71E-F7D1-D856F239CBC7}"/>
              </a:ext>
            </a:extLst>
          </p:cNvPr>
          <p:cNvSpPr>
            <a:spLocks noGrp="1"/>
          </p:cNvSpPr>
          <p:nvPr>
            <p:ph type="body" sz="quarter" idx="12" hasCustomPrompt="1"/>
          </p:nvPr>
        </p:nvSpPr>
        <p:spPr>
          <a:xfrm>
            <a:off x="505362" y="3391831"/>
            <a:ext cx="3636169" cy="631031"/>
          </a:xfrm>
        </p:spPr>
        <p:txBody>
          <a:bodyPr/>
          <a:lstStyle>
            <a:lvl1pPr marL="0" indent="0">
              <a:buNone/>
              <a:defRPr b="1"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 subtitle, can go up to three lines. Put what you’d like here!</a:t>
            </a:r>
          </a:p>
        </p:txBody>
      </p:sp>
      <p:pic>
        <p:nvPicPr>
          <p:cNvPr id="7" name="Graphic 6">
            <a:extLst>
              <a:ext uri="{FF2B5EF4-FFF2-40B4-BE49-F238E27FC236}">
                <a16:creationId xmlns:a16="http://schemas.microsoft.com/office/drawing/2014/main" id="{E5A91DFB-1B1D-AF95-6C19-B546C816FD9B}"/>
              </a:ext>
            </a:extLst>
          </p:cNvPr>
          <p:cNvPicPr>
            <a:picLocks noChangeAspect="1"/>
          </p:cNvPicPr>
          <p:nvPr userDrawn="1"/>
        </p:nvPicPr>
        <p:blipFill>
          <a:blip>
            <a:extLst>
              <a:ext uri="{96DAC541-7B7A-43D3-8B79-37D633B846F1}">
                <asvg:svgBlip xmlns:asvg="http://schemas.microsoft.com/office/drawing/2016/SVG/main" r:embed="rId4"/>
              </a:ext>
            </a:extLst>
          </a:blip>
          <a:srcRect r="33144" b="28551"/>
          <a:stretch>
            <a:fillRect/>
          </a:stretch>
        </p:blipFill>
        <p:spPr>
          <a:xfrm>
            <a:off x="5091553" y="735922"/>
            <a:ext cx="4052447" cy="4407578"/>
          </a:xfrm>
          <a:prstGeom prst="rect">
            <a:avLst/>
          </a:prstGeom>
        </p:spPr>
      </p:pic>
      <p:sp>
        <p:nvSpPr>
          <p:cNvPr id="23" name="Rectangle 22">
            <a:extLst>
              <a:ext uri="{FF2B5EF4-FFF2-40B4-BE49-F238E27FC236}">
                <a16:creationId xmlns:a16="http://schemas.microsoft.com/office/drawing/2014/main" id="{B9CA8EBD-CE1C-FDB5-8F09-196DFAAAEE79}"/>
              </a:ext>
            </a:extLst>
          </p:cNvPr>
          <p:cNvSpPr/>
          <p:nvPr userDrawn="1"/>
        </p:nvSpPr>
        <p:spPr>
          <a:xfrm>
            <a:off x="-2" y="1579492"/>
            <a:ext cx="9144000" cy="3564008"/>
          </a:xfrm>
          <a:prstGeom prst="rect">
            <a:avLst/>
          </a:prstGeom>
          <a:gradFill>
            <a:gsLst>
              <a:gs pos="3000">
                <a:schemeClr val="accent1"/>
              </a:gs>
              <a:gs pos="37000">
                <a:schemeClr val="accent1">
                  <a:alpha val="0"/>
                </a:schemeClr>
              </a:gs>
            </a:gsLst>
            <a:lin ang="15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Graphic 9">
            <a:extLst>
              <a:ext uri="{FF2B5EF4-FFF2-40B4-BE49-F238E27FC236}">
                <a16:creationId xmlns:a16="http://schemas.microsoft.com/office/drawing/2014/main" id="{E2C69DCD-6E20-00AC-A6B8-65F8ADD8AF11}"/>
              </a:ext>
            </a:extLst>
          </p:cNvPr>
          <p:cNvPicPr>
            <a:picLocks noChangeAspect="1"/>
          </p:cNvPicPr>
          <p:nvPr userDrawn="1"/>
        </p:nvPicPr>
        <p:blipFill>
          <a:blip>
            <a:extLst>
              <a:ext uri="{96DAC541-7B7A-43D3-8B79-37D633B846F1}">
                <asvg:svgBlip xmlns:asvg="http://schemas.microsoft.com/office/drawing/2016/SVG/main" r:embed="rId4"/>
              </a:ext>
            </a:extLst>
          </a:blip>
          <a:srcRect t="43448" r="33144" b="28551"/>
          <a:stretch>
            <a:fillRect/>
          </a:stretch>
        </p:blipFill>
        <p:spPr>
          <a:xfrm>
            <a:off x="5091553" y="3416116"/>
            <a:ext cx="4052447" cy="1727385"/>
          </a:xfrm>
          <a:prstGeom prst="rect">
            <a:avLst/>
          </a:prstGeom>
        </p:spPr>
      </p:pic>
      <p:pic>
        <p:nvPicPr>
          <p:cNvPr id="21" name="Picture 20" descr="A person in a white coat with his arms crossed&#10;&#10;AI-generated content may be incorrect.">
            <a:extLst>
              <a:ext uri="{FF2B5EF4-FFF2-40B4-BE49-F238E27FC236}">
                <a16:creationId xmlns:a16="http://schemas.microsoft.com/office/drawing/2014/main" id="{08B2186C-23DD-2E96-D91A-E250035B5C96}"/>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5780998" y="-14"/>
            <a:ext cx="3915897" cy="5143500"/>
          </a:xfrm>
          <a:prstGeom prst="rect">
            <a:avLst/>
          </a:prstGeom>
          <a:effectLst>
            <a:outerShdw blurRad="238404" dist="38100" dir="2700000" algn="tl" rotWithShape="0">
              <a:prstClr val="black">
                <a:alpha val="24000"/>
              </a:prstClr>
            </a:outerShdw>
          </a:effectLst>
        </p:spPr>
      </p:pic>
      <p:pic>
        <p:nvPicPr>
          <p:cNvPr id="5" name="Picture 4">
            <a:extLst>
              <a:ext uri="{FF2B5EF4-FFF2-40B4-BE49-F238E27FC236}">
                <a16:creationId xmlns:a16="http://schemas.microsoft.com/office/drawing/2014/main" id="{51ED3A00-05EF-6DAD-45BC-643B7EDA5051}"/>
              </a:ext>
            </a:extLst>
          </p:cNvPr>
          <p:cNvPicPr>
            <a:picLocks noChangeAspect="1"/>
          </p:cNvPicPr>
          <p:nvPr userDrawn="1"/>
        </p:nvPicPr>
        <p:blipFill>
          <a:blip r:embed="rId6"/>
          <a:srcRect/>
          <a:stretch/>
        </p:blipFill>
        <p:spPr>
          <a:xfrm>
            <a:off x="483578" y="795454"/>
            <a:ext cx="2214986" cy="683993"/>
          </a:xfrm>
          <a:prstGeom prst="rect">
            <a:avLst/>
          </a:prstGeom>
        </p:spPr>
      </p:pic>
    </p:spTree>
    <p:extLst>
      <p:ext uri="{BB962C8B-B14F-4D97-AF65-F5344CB8AC3E}">
        <p14:creationId xmlns:p14="http://schemas.microsoft.com/office/powerpoint/2010/main" val="1249371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amp; Photo 7">
    <p:spTree>
      <p:nvGrpSpPr>
        <p:cNvPr id="1" name=""/>
        <p:cNvGrpSpPr/>
        <p:nvPr/>
      </p:nvGrpSpPr>
      <p:grpSpPr>
        <a:xfrm>
          <a:off x="0" y="0"/>
          <a:ext cx="0" cy="0"/>
          <a:chOff x="0" y="0"/>
          <a:chExt cx="0" cy="0"/>
        </a:xfrm>
      </p:grpSpPr>
      <p:pic>
        <p:nvPicPr>
          <p:cNvPr id="3" name="Picture 2" descr="A close-up of a building&#10;&#10;AI-generated content may be incorrect.">
            <a:extLst>
              <a:ext uri="{FF2B5EF4-FFF2-40B4-BE49-F238E27FC236}">
                <a16:creationId xmlns:a16="http://schemas.microsoft.com/office/drawing/2014/main" id="{54F1DB9E-E98E-C2D0-1C3C-51CF1F00B194}"/>
              </a:ext>
            </a:extLst>
          </p:cNvPr>
          <p:cNvPicPr>
            <a:picLocks noChangeAspect="1"/>
          </p:cNvPicPr>
          <p:nvPr userDrawn="1"/>
        </p:nvPicPr>
        <p:blipFill>
          <a:blip r:embed="rId2" cstate="screen">
            <a:alphaModFix amt="56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a:xfrm>
            <a:off x="0" y="1"/>
            <a:ext cx="9144000" cy="5143500"/>
          </a:xfrm>
          <a:prstGeom prst="rect">
            <a:avLst/>
          </a:prstGeom>
        </p:spPr>
      </p:pic>
      <p:sp>
        <p:nvSpPr>
          <p:cNvPr id="4" name="Rectangle 3">
            <a:extLst>
              <a:ext uri="{FF2B5EF4-FFF2-40B4-BE49-F238E27FC236}">
                <a16:creationId xmlns:a16="http://schemas.microsoft.com/office/drawing/2014/main" id="{26203E75-F488-B41C-9B2D-CC30B34B2AF2}"/>
              </a:ext>
            </a:extLst>
          </p:cNvPr>
          <p:cNvSpPr/>
          <p:nvPr userDrawn="1"/>
        </p:nvSpPr>
        <p:spPr>
          <a:xfrm>
            <a:off x="0" y="1"/>
            <a:ext cx="9144000" cy="5143492"/>
          </a:xfrm>
          <a:prstGeom prst="rect">
            <a:avLst/>
          </a:prstGeom>
          <a:gradFill>
            <a:gsLst>
              <a:gs pos="82000">
                <a:schemeClr val="accent2"/>
              </a:gs>
              <a:gs pos="0">
                <a:schemeClr val="accent2">
                  <a:alpha val="39109"/>
                </a:schemeClr>
              </a:gs>
            </a:gsLst>
            <a:lin ang="12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9" name="Straight Connector 8">
            <a:extLst>
              <a:ext uri="{FF2B5EF4-FFF2-40B4-BE49-F238E27FC236}">
                <a16:creationId xmlns:a16="http://schemas.microsoft.com/office/drawing/2014/main" id="{B907C253-491A-9B09-19D0-10B95A184377}"/>
              </a:ext>
            </a:extLst>
          </p:cNvPr>
          <p:cNvCxnSpPr/>
          <p:nvPr userDrawn="1"/>
        </p:nvCxnSpPr>
        <p:spPr>
          <a:xfrm>
            <a:off x="585229" y="3260613"/>
            <a:ext cx="1278755" cy="0"/>
          </a:xfrm>
          <a:prstGeom prst="line">
            <a:avLst/>
          </a:prstGeom>
          <a:ln>
            <a:solidFill>
              <a:schemeClr val="accent1"/>
            </a:solidFill>
          </a:ln>
        </p:spPr>
        <p:style>
          <a:lnRef idx="3">
            <a:schemeClr val="accent2"/>
          </a:lnRef>
          <a:fillRef idx="0">
            <a:schemeClr val="accent2"/>
          </a:fillRef>
          <a:effectRef idx="2">
            <a:schemeClr val="accent2"/>
          </a:effectRef>
          <a:fontRef idx="minor">
            <a:schemeClr val="tx1"/>
          </a:fontRef>
        </p:style>
      </p:cxnSp>
      <p:sp>
        <p:nvSpPr>
          <p:cNvPr id="11" name="Title 9">
            <a:extLst>
              <a:ext uri="{FF2B5EF4-FFF2-40B4-BE49-F238E27FC236}">
                <a16:creationId xmlns:a16="http://schemas.microsoft.com/office/drawing/2014/main" id="{5F4B9ECF-B27C-4650-6718-11C41C2261F5}"/>
              </a:ext>
            </a:extLst>
          </p:cNvPr>
          <p:cNvSpPr>
            <a:spLocks noGrp="1"/>
          </p:cNvSpPr>
          <p:nvPr>
            <p:ph type="title"/>
          </p:nvPr>
        </p:nvSpPr>
        <p:spPr>
          <a:xfrm>
            <a:off x="483578" y="1553151"/>
            <a:ext cx="4607975" cy="1633758"/>
          </a:xfrm>
        </p:spPr>
        <p:txBody>
          <a:bodyPr/>
          <a:lstStyle>
            <a:lvl1pPr>
              <a:lnSpc>
                <a:spcPct val="80000"/>
              </a:lnSpc>
              <a:defRPr sz="4350" b="1" i="0">
                <a:solidFill>
                  <a:schemeClr val="bg1"/>
                </a:solidFill>
                <a:latin typeface="Aptos" panose="020B0004020202020204" pitchFamily="34" charset="0"/>
              </a:defRPr>
            </a:lvl1pPr>
          </a:lstStyle>
          <a:p>
            <a:r>
              <a:rPr lang="en-US"/>
              <a:t>Click to edit Master title style</a:t>
            </a:r>
          </a:p>
        </p:txBody>
      </p:sp>
      <p:sp>
        <p:nvSpPr>
          <p:cNvPr id="17" name="Text Placeholder 9">
            <a:extLst>
              <a:ext uri="{FF2B5EF4-FFF2-40B4-BE49-F238E27FC236}">
                <a16:creationId xmlns:a16="http://schemas.microsoft.com/office/drawing/2014/main" id="{D3C996F7-0767-E71E-F7D1-D856F239CBC7}"/>
              </a:ext>
            </a:extLst>
          </p:cNvPr>
          <p:cNvSpPr>
            <a:spLocks noGrp="1"/>
          </p:cNvSpPr>
          <p:nvPr>
            <p:ph type="body" sz="quarter" idx="12" hasCustomPrompt="1"/>
          </p:nvPr>
        </p:nvSpPr>
        <p:spPr>
          <a:xfrm>
            <a:off x="505362" y="3391831"/>
            <a:ext cx="3636169" cy="631031"/>
          </a:xfrm>
        </p:spPr>
        <p:txBody>
          <a:bodyPr/>
          <a:lstStyle>
            <a:lvl1pPr marL="0" indent="0">
              <a:buNone/>
              <a:defRPr b="1"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 subtitle, can go up to three lines. Put what you’d like here!</a:t>
            </a:r>
          </a:p>
        </p:txBody>
      </p:sp>
      <p:pic>
        <p:nvPicPr>
          <p:cNvPr id="7" name="Graphic 6">
            <a:extLst>
              <a:ext uri="{FF2B5EF4-FFF2-40B4-BE49-F238E27FC236}">
                <a16:creationId xmlns:a16="http://schemas.microsoft.com/office/drawing/2014/main" id="{E5A91DFB-1B1D-AF95-6C19-B546C816FD9B}"/>
              </a:ext>
            </a:extLst>
          </p:cNvPr>
          <p:cNvPicPr>
            <a:picLocks noChangeAspect="1"/>
          </p:cNvPicPr>
          <p:nvPr userDrawn="1"/>
        </p:nvPicPr>
        <p:blipFill>
          <a:blip>
            <a:extLst>
              <a:ext uri="{96DAC541-7B7A-43D3-8B79-37D633B846F1}">
                <asvg:svgBlip xmlns:asvg="http://schemas.microsoft.com/office/drawing/2016/SVG/main" r:embed="rId4"/>
              </a:ext>
            </a:extLst>
          </a:blip>
          <a:srcRect r="33144" b="28551"/>
          <a:stretch>
            <a:fillRect/>
          </a:stretch>
        </p:blipFill>
        <p:spPr>
          <a:xfrm>
            <a:off x="5091553" y="735922"/>
            <a:ext cx="4052447" cy="4407578"/>
          </a:xfrm>
          <a:prstGeom prst="rect">
            <a:avLst/>
          </a:prstGeom>
        </p:spPr>
      </p:pic>
      <p:sp>
        <p:nvSpPr>
          <p:cNvPr id="23" name="Rectangle 22">
            <a:extLst>
              <a:ext uri="{FF2B5EF4-FFF2-40B4-BE49-F238E27FC236}">
                <a16:creationId xmlns:a16="http://schemas.microsoft.com/office/drawing/2014/main" id="{B9CA8EBD-CE1C-FDB5-8F09-196DFAAAEE79}"/>
              </a:ext>
            </a:extLst>
          </p:cNvPr>
          <p:cNvSpPr/>
          <p:nvPr userDrawn="1"/>
        </p:nvSpPr>
        <p:spPr>
          <a:xfrm>
            <a:off x="-2" y="1463040"/>
            <a:ext cx="9144000" cy="3680460"/>
          </a:xfrm>
          <a:prstGeom prst="rect">
            <a:avLst/>
          </a:prstGeom>
          <a:gradFill>
            <a:gsLst>
              <a:gs pos="3000">
                <a:schemeClr val="accent1"/>
              </a:gs>
              <a:gs pos="37000">
                <a:schemeClr val="accent1">
                  <a:alpha val="0"/>
                </a:schemeClr>
              </a:gs>
            </a:gsLst>
            <a:lin ang="15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Graphic 9">
            <a:extLst>
              <a:ext uri="{FF2B5EF4-FFF2-40B4-BE49-F238E27FC236}">
                <a16:creationId xmlns:a16="http://schemas.microsoft.com/office/drawing/2014/main" id="{E2C69DCD-6E20-00AC-A6B8-65F8ADD8AF11}"/>
              </a:ext>
            </a:extLst>
          </p:cNvPr>
          <p:cNvPicPr>
            <a:picLocks noChangeAspect="1"/>
          </p:cNvPicPr>
          <p:nvPr userDrawn="1"/>
        </p:nvPicPr>
        <p:blipFill>
          <a:blip>
            <a:extLst>
              <a:ext uri="{96DAC541-7B7A-43D3-8B79-37D633B846F1}">
                <asvg:svgBlip xmlns:asvg="http://schemas.microsoft.com/office/drawing/2016/SVG/main" r:embed="rId4"/>
              </a:ext>
            </a:extLst>
          </a:blip>
          <a:srcRect t="43448" r="33144" b="28551"/>
          <a:stretch>
            <a:fillRect/>
          </a:stretch>
        </p:blipFill>
        <p:spPr>
          <a:xfrm>
            <a:off x="5091553" y="3416116"/>
            <a:ext cx="4052447" cy="1727385"/>
          </a:xfrm>
          <a:prstGeom prst="rect">
            <a:avLst/>
          </a:prstGeom>
        </p:spPr>
      </p:pic>
      <p:pic>
        <p:nvPicPr>
          <p:cNvPr id="2" name="Picture 1" descr="A person and person in graduation gowns&#10;&#10;AI-generated content may be incorrect.">
            <a:extLst>
              <a:ext uri="{FF2B5EF4-FFF2-40B4-BE49-F238E27FC236}">
                <a16:creationId xmlns:a16="http://schemas.microsoft.com/office/drawing/2014/main" id="{7A48F05B-3236-16B5-4C9D-E3540AE9DAEE}"/>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a:fillRect/>
          </a:stretch>
        </p:blipFill>
        <p:spPr>
          <a:xfrm>
            <a:off x="3962218" y="609600"/>
            <a:ext cx="5181779" cy="4533899"/>
          </a:xfrm>
          <a:prstGeom prst="rect">
            <a:avLst/>
          </a:prstGeom>
        </p:spPr>
      </p:pic>
      <p:pic>
        <p:nvPicPr>
          <p:cNvPr id="6" name="Picture 5">
            <a:extLst>
              <a:ext uri="{FF2B5EF4-FFF2-40B4-BE49-F238E27FC236}">
                <a16:creationId xmlns:a16="http://schemas.microsoft.com/office/drawing/2014/main" id="{C64B5AD9-31C7-17FC-41EF-F30720E395BC}"/>
              </a:ext>
            </a:extLst>
          </p:cNvPr>
          <p:cNvPicPr>
            <a:picLocks noChangeAspect="1"/>
          </p:cNvPicPr>
          <p:nvPr userDrawn="1"/>
        </p:nvPicPr>
        <p:blipFill>
          <a:blip r:embed="rId6"/>
          <a:srcRect/>
          <a:stretch/>
        </p:blipFill>
        <p:spPr>
          <a:xfrm>
            <a:off x="483578" y="795454"/>
            <a:ext cx="2214986" cy="683993"/>
          </a:xfrm>
          <a:prstGeom prst="rect">
            <a:avLst/>
          </a:prstGeom>
        </p:spPr>
      </p:pic>
    </p:spTree>
    <p:extLst>
      <p:ext uri="{BB962C8B-B14F-4D97-AF65-F5344CB8AC3E}">
        <p14:creationId xmlns:p14="http://schemas.microsoft.com/office/powerpoint/2010/main" val="11784074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lain Title and Subtitle 1">
    <p:bg>
      <p:bgPr>
        <a:solidFill>
          <a:srgbClr val="03204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18C0EF8-1A8C-A2EF-AA55-84F505ADEFD2}"/>
              </a:ext>
            </a:extLst>
          </p:cNvPr>
          <p:cNvSpPr>
            <a:spLocks noGrp="1"/>
          </p:cNvSpPr>
          <p:nvPr>
            <p:ph type="title"/>
          </p:nvPr>
        </p:nvSpPr>
        <p:spPr>
          <a:xfrm>
            <a:off x="628650" y="1912938"/>
            <a:ext cx="7886700" cy="470298"/>
          </a:xfrm>
          <a:prstGeom prst="rect">
            <a:avLst/>
          </a:prstGeom>
        </p:spPr>
        <p:txBody>
          <a:bodyPr/>
          <a:lstStyle>
            <a:lvl1pPr algn="ctr">
              <a:defRPr sz="4000" b="1">
                <a:solidFill>
                  <a:schemeClr val="bg1"/>
                </a:solidFill>
              </a:defRPr>
            </a:lvl1pPr>
          </a:lstStyle>
          <a:p>
            <a:r>
              <a:rPr lang="en-US" dirty="0"/>
              <a:t>Click to edit Master title style</a:t>
            </a:r>
          </a:p>
        </p:txBody>
      </p:sp>
      <p:sp>
        <p:nvSpPr>
          <p:cNvPr id="6" name="AutoShape 5">
            <a:extLst>
              <a:ext uri="{FF2B5EF4-FFF2-40B4-BE49-F238E27FC236}">
                <a16:creationId xmlns:a16="http://schemas.microsoft.com/office/drawing/2014/main" id="{E808240C-6AE5-6A06-530C-A81E68E24B9F}"/>
              </a:ext>
            </a:extLst>
          </p:cNvPr>
          <p:cNvSpPr/>
          <p:nvPr userDrawn="1"/>
        </p:nvSpPr>
        <p:spPr>
          <a:xfrm flipV="1">
            <a:off x="2338388" y="2586913"/>
            <a:ext cx="4467225" cy="0"/>
          </a:xfrm>
          <a:prstGeom prst="line">
            <a:avLst/>
          </a:prstGeom>
          <a:ln w="25400" cap="flat">
            <a:solidFill>
              <a:srgbClr val="F15A22"/>
            </a:solidFill>
            <a:prstDash val="solid"/>
            <a:headEnd type="none" w="sm" len="sm"/>
            <a:tailEnd type="none" w="sm" len="sm"/>
          </a:ln>
        </p:spPr>
        <p:txBody>
          <a:bodyPr/>
          <a:lstStyle/>
          <a:p>
            <a:endParaRPr lang="en-US" sz="1013"/>
          </a:p>
        </p:txBody>
      </p:sp>
      <p:sp>
        <p:nvSpPr>
          <p:cNvPr id="8" name="Subtitle">
            <a:extLst>
              <a:ext uri="{FF2B5EF4-FFF2-40B4-BE49-F238E27FC236}">
                <a16:creationId xmlns:a16="http://schemas.microsoft.com/office/drawing/2014/main" id="{493AFEBC-15A3-2461-5CA3-B477A35EC12A}"/>
              </a:ext>
            </a:extLst>
          </p:cNvPr>
          <p:cNvSpPr>
            <a:spLocks noGrp="1"/>
          </p:cNvSpPr>
          <p:nvPr>
            <p:ph type="body" sz="quarter" idx="10" hasCustomPrompt="1"/>
          </p:nvPr>
        </p:nvSpPr>
        <p:spPr>
          <a:xfrm>
            <a:off x="1112837" y="2723666"/>
            <a:ext cx="6927850" cy="547687"/>
          </a:xfrm>
          <a:prstGeom prst="rect">
            <a:avLst/>
          </a:prstGeom>
        </p:spPr>
        <p:txBody>
          <a:bodyPr/>
          <a:lstStyle>
            <a:lvl1pPr marL="0" indent="0" algn="ctr">
              <a:buNone/>
              <a:defRPr>
                <a:solidFill>
                  <a:schemeClr val="bg1"/>
                </a:solidFill>
              </a:defRPr>
            </a:lvl1pPr>
          </a:lstStyle>
          <a:p>
            <a:pPr lvl="0"/>
            <a:r>
              <a:rPr lang="en-US" dirty="0"/>
              <a:t>Add a subtitle</a:t>
            </a:r>
          </a:p>
        </p:txBody>
      </p:sp>
      <p:pic>
        <p:nvPicPr>
          <p:cNvPr id="4" name="Picture 3">
            <a:extLst>
              <a:ext uri="{FF2B5EF4-FFF2-40B4-BE49-F238E27FC236}">
                <a16:creationId xmlns:a16="http://schemas.microsoft.com/office/drawing/2014/main" id="{645B4698-5919-1DC5-EFFB-42939F9D82D8}"/>
              </a:ext>
            </a:extLst>
          </p:cNvPr>
          <p:cNvPicPr>
            <a:picLocks noChangeAspect="1"/>
          </p:cNvPicPr>
          <p:nvPr userDrawn="1"/>
        </p:nvPicPr>
        <p:blipFill>
          <a:blip r:embed="rId2"/>
          <a:srcRect/>
          <a:stretch/>
        </p:blipFill>
        <p:spPr>
          <a:xfrm>
            <a:off x="7344937" y="4601406"/>
            <a:ext cx="1657783" cy="511928"/>
          </a:xfrm>
          <a:prstGeom prst="rect">
            <a:avLst/>
          </a:prstGeom>
        </p:spPr>
      </p:pic>
    </p:spTree>
    <p:extLst>
      <p:ext uri="{BB962C8B-B14F-4D97-AF65-F5344CB8AC3E}">
        <p14:creationId xmlns:p14="http://schemas.microsoft.com/office/powerpoint/2010/main" val="3531137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lain Title and Subtitle 2">
    <p:bg>
      <p:bgPr>
        <a:solidFill>
          <a:srgbClr val="D3430D"/>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6C493B1-0625-CCC1-654E-4C348AD8D7B2}"/>
              </a:ext>
            </a:extLst>
          </p:cNvPr>
          <p:cNvSpPr>
            <a:spLocks noGrp="1"/>
          </p:cNvSpPr>
          <p:nvPr>
            <p:ph type="title"/>
          </p:nvPr>
        </p:nvSpPr>
        <p:spPr>
          <a:xfrm>
            <a:off x="630936" y="1911096"/>
            <a:ext cx="7886700" cy="470298"/>
          </a:xfrm>
          <a:prstGeom prst="rect">
            <a:avLst/>
          </a:prstGeom>
        </p:spPr>
        <p:txBody>
          <a:bodyPr anchor="t"/>
          <a:lstStyle>
            <a:lvl1pPr algn="ctr">
              <a:defRPr lang="en-US" sz="4000" b="1" dirty="0">
                <a:solidFill>
                  <a:schemeClr val="bg1"/>
                </a:solidFill>
              </a:defRPr>
            </a:lvl1pPr>
          </a:lstStyle>
          <a:p>
            <a:r>
              <a:rPr lang="en-US" dirty="0"/>
              <a:t>Click to edit Master title style</a:t>
            </a:r>
          </a:p>
        </p:txBody>
      </p:sp>
      <p:sp>
        <p:nvSpPr>
          <p:cNvPr id="7" name="AutoShape 5">
            <a:extLst>
              <a:ext uri="{FF2B5EF4-FFF2-40B4-BE49-F238E27FC236}">
                <a16:creationId xmlns:a16="http://schemas.microsoft.com/office/drawing/2014/main" id="{4389A5A9-CEA3-27A9-4BF1-414678BD2F14}"/>
              </a:ext>
            </a:extLst>
          </p:cNvPr>
          <p:cNvSpPr/>
          <p:nvPr userDrawn="1"/>
        </p:nvSpPr>
        <p:spPr>
          <a:xfrm flipV="1">
            <a:off x="2338388" y="2586913"/>
            <a:ext cx="4467225" cy="0"/>
          </a:xfrm>
          <a:prstGeom prst="line">
            <a:avLst/>
          </a:prstGeom>
          <a:ln w="25400" cap="flat">
            <a:solidFill>
              <a:srgbClr val="032044"/>
            </a:solidFill>
            <a:prstDash val="solid"/>
            <a:headEnd type="none" w="sm" len="sm"/>
            <a:tailEnd type="none" w="sm" len="sm"/>
          </a:ln>
        </p:spPr>
        <p:txBody>
          <a:bodyPr/>
          <a:lstStyle/>
          <a:p>
            <a:endParaRPr lang="en-US" sz="1013"/>
          </a:p>
        </p:txBody>
      </p:sp>
      <p:sp>
        <p:nvSpPr>
          <p:cNvPr id="8" name="Subtitle">
            <a:extLst>
              <a:ext uri="{FF2B5EF4-FFF2-40B4-BE49-F238E27FC236}">
                <a16:creationId xmlns:a16="http://schemas.microsoft.com/office/drawing/2014/main" id="{E3947754-9190-88F1-87B9-7BBA2D2D87E8}"/>
              </a:ext>
            </a:extLst>
          </p:cNvPr>
          <p:cNvSpPr>
            <a:spLocks noGrp="1"/>
          </p:cNvSpPr>
          <p:nvPr>
            <p:ph type="body" sz="quarter" idx="10" hasCustomPrompt="1"/>
          </p:nvPr>
        </p:nvSpPr>
        <p:spPr>
          <a:xfrm>
            <a:off x="1143000" y="2733675"/>
            <a:ext cx="6858000" cy="470297"/>
          </a:xfrm>
          <a:prstGeom prst="rect">
            <a:avLst/>
          </a:prstGeom>
        </p:spPr>
        <p:txBody>
          <a:bodyPr/>
          <a:lstStyle>
            <a:lvl1pPr marL="0" indent="0" algn="ctr">
              <a:buNone/>
              <a:defRPr>
                <a:solidFill>
                  <a:schemeClr val="bg1"/>
                </a:solidFill>
              </a:defRPr>
            </a:lvl1pPr>
          </a:lstStyle>
          <a:p>
            <a:pPr lvl="0"/>
            <a:r>
              <a:rPr lang="en-US" dirty="0"/>
              <a:t>Add a subtitle</a:t>
            </a:r>
          </a:p>
        </p:txBody>
      </p:sp>
      <p:pic>
        <p:nvPicPr>
          <p:cNvPr id="3" name="Picture 2">
            <a:extLst>
              <a:ext uri="{FF2B5EF4-FFF2-40B4-BE49-F238E27FC236}">
                <a16:creationId xmlns:a16="http://schemas.microsoft.com/office/drawing/2014/main" id="{5D1F41F9-9E84-D5C1-26FD-C06A55A07858}"/>
              </a:ext>
            </a:extLst>
          </p:cNvPr>
          <p:cNvPicPr>
            <a:picLocks noChangeAspect="1"/>
          </p:cNvPicPr>
          <p:nvPr userDrawn="1"/>
        </p:nvPicPr>
        <p:blipFill>
          <a:blip r:embed="rId2"/>
          <a:srcRect/>
          <a:stretch/>
        </p:blipFill>
        <p:spPr>
          <a:xfrm>
            <a:off x="7348791" y="4601406"/>
            <a:ext cx="1650074" cy="511928"/>
          </a:xfrm>
          <a:prstGeom prst="rect">
            <a:avLst/>
          </a:prstGeom>
        </p:spPr>
      </p:pic>
    </p:spTree>
    <p:extLst>
      <p:ext uri="{BB962C8B-B14F-4D97-AF65-F5344CB8AC3E}">
        <p14:creationId xmlns:p14="http://schemas.microsoft.com/office/powerpoint/2010/main" val="3543812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lain Title and Subtitle 3">
    <p:bg>
      <p:bgPr>
        <a:solidFill>
          <a:srgbClr val="265BF7"/>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78DF701-05DB-700D-F775-A1FF2B58FCF1}"/>
              </a:ext>
            </a:extLst>
          </p:cNvPr>
          <p:cNvSpPr>
            <a:spLocks noGrp="1"/>
          </p:cNvSpPr>
          <p:nvPr>
            <p:ph type="title"/>
          </p:nvPr>
        </p:nvSpPr>
        <p:spPr>
          <a:xfrm>
            <a:off x="628650" y="1911096"/>
            <a:ext cx="7886700" cy="466344"/>
          </a:xfrm>
          <a:prstGeom prst="rect">
            <a:avLst/>
          </a:prstGeom>
        </p:spPr>
        <p:txBody>
          <a:bodyPr/>
          <a:lstStyle>
            <a:lvl1pPr algn="ctr">
              <a:defRPr sz="4000" b="1">
                <a:solidFill>
                  <a:schemeClr val="bg1"/>
                </a:solidFill>
              </a:defRPr>
            </a:lvl1pPr>
          </a:lstStyle>
          <a:p>
            <a:r>
              <a:rPr lang="en-US"/>
              <a:t>Click to edit Master title style</a:t>
            </a:r>
          </a:p>
        </p:txBody>
      </p:sp>
      <p:sp>
        <p:nvSpPr>
          <p:cNvPr id="7" name="AutoShape 5">
            <a:extLst>
              <a:ext uri="{FF2B5EF4-FFF2-40B4-BE49-F238E27FC236}">
                <a16:creationId xmlns:a16="http://schemas.microsoft.com/office/drawing/2014/main" id="{C6A7BA9D-B6C4-91A6-B77B-ADDF52DB60BA}"/>
              </a:ext>
            </a:extLst>
          </p:cNvPr>
          <p:cNvSpPr/>
          <p:nvPr userDrawn="1"/>
        </p:nvSpPr>
        <p:spPr>
          <a:xfrm flipV="1">
            <a:off x="2338388" y="2586913"/>
            <a:ext cx="4467225" cy="0"/>
          </a:xfrm>
          <a:prstGeom prst="line">
            <a:avLst/>
          </a:prstGeom>
          <a:ln w="25400" cap="flat">
            <a:solidFill>
              <a:schemeClr val="bg1"/>
            </a:solidFill>
            <a:prstDash val="solid"/>
            <a:headEnd type="none" w="sm" len="sm"/>
            <a:tailEnd type="none" w="sm" len="sm"/>
          </a:ln>
        </p:spPr>
        <p:txBody>
          <a:bodyPr/>
          <a:lstStyle/>
          <a:p>
            <a:endParaRPr lang="en-US" sz="1013"/>
          </a:p>
        </p:txBody>
      </p:sp>
      <p:sp>
        <p:nvSpPr>
          <p:cNvPr id="8" name="Subtitle">
            <a:extLst>
              <a:ext uri="{FF2B5EF4-FFF2-40B4-BE49-F238E27FC236}">
                <a16:creationId xmlns:a16="http://schemas.microsoft.com/office/drawing/2014/main" id="{08414FAA-1A8D-FE63-2346-3F50DD336D77}"/>
              </a:ext>
            </a:extLst>
          </p:cNvPr>
          <p:cNvSpPr>
            <a:spLocks noGrp="1"/>
          </p:cNvSpPr>
          <p:nvPr>
            <p:ph type="body" sz="quarter" idx="10" hasCustomPrompt="1"/>
          </p:nvPr>
        </p:nvSpPr>
        <p:spPr>
          <a:xfrm>
            <a:off x="1143000" y="2729721"/>
            <a:ext cx="6858001" cy="470297"/>
          </a:xfrm>
          <a:prstGeom prst="rect">
            <a:avLst/>
          </a:prstGeom>
        </p:spPr>
        <p:txBody>
          <a:bodyPr/>
          <a:lstStyle>
            <a:lvl1pPr marL="0" indent="0" algn="ctr">
              <a:buNone/>
              <a:defRPr>
                <a:solidFill>
                  <a:schemeClr val="bg1"/>
                </a:solidFill>
              </a:defRPr>
            </a:lvl1pPr>
            <a:lvl2pPr marL="342900" indent="0">
              <a:buNone/>
              <a:defRPr/>
            </a:lvl2pPr>
          </a:lstStyle>
          <a:p>
            <a:pPr lvl="0"/>
            <a:r>
              <a:rPr lang="en-US" dirty="0"/>
              <a:t>Add a subtitle</a:t>
            </a:r>
          </a:p>
        </p:txBody>
      </p:sp>
      <p:pic>
        <p:nvPicPr>
          <p:cNvPr id="3" name="Picture 2">
            <a:extLst>
              <a:ext uri="{FF2B5EF4-FFF2-40B4-BE49-F238E27FC236}">
                <a16:creationId xmlns:a16="http://schemas.microsoft.com/office/drawing/2014/main" id="{B2C350CD-1852-88F5-8235-416FB9D2A75B}"/>
              </a:ext>
            </a:extLst>
          </p:cNvPr>
          <p:cNvPicPr>
            <a:picLocks noChangeAspect="1"/>
          </p:cNvPicPr>
          <p:nvPr userDrawn="1"/>
        </p:nvPicPr>
        <p:blipFill>
          <a:blip r:embed="rId2"/>
          <a:srcRect/>
          <a:stretch/>
        </p:blipFill>
        <p:spPr>
          <a:xfrm>
            <a:off x="7348791" y="4601406"/>
            <a:ext cx="1650074" cy="511928"/>
          </a:xfrm>
          <a:prstGeom prst="rect">
            <a:avLst/>
          </a:prstGeom>
        </p:spPr>
      </p:pic>
    </p:spTree>
    <p:extLst>
      <p:ext uri="{BB962C8B-B14F-4D97-AF65-F5344CB8AC3E}">
        <p14:creationId xmlns:p14="http://schemas.microsoft.com/office/powerpoint/2010/main" val="4148968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ight BG Title, Subheading, and Text 1">
    <p:bg>
      <p:bgPr>
        <a:solidFill>
          <a:srgbClr val="F8F4F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5D9465-1419-1502-3676-8DD5118CBA56}"/>
              </a:ext>
            </a:extLst>
          </p:cNvPr>
          <p:cNvSpPr>
            <a:spLocks noGrp="1"/>
          </p:cNvSpPr>
          <p:nvPr>
            <p:ph type="title"/>
          </p:nvPr>
        </p:nvSpPr>
        <p:spPr>
          <a:xfrm>
            <a:off x="612648" y="429768"/>
            <a:ext cx="6867144" cy="429768"/>
          </a:xfrm>
          <a:prstGeom prst="rect">
            <a:avLst/>
          </a:prstGeom>
        </p:spPr>
        <p:txBody>
          <a:bodyPr anchor="b"/>
          <a:lstStyle>
            <a:lvl1pPr>
              <a:defRPr sz="2400" b="1"/>
            </a:lvl1pPr>
          </a:lstStyle>
          <a:p>
            <a:endParaRPr lang="en-US" dirty="0"/>
          </a:p>
        </p:txBody>
      </p:sp>
      <p:sp>
        <p:nvSpPr>
          <p:cNvPr id="8" name="Text Placeholder 7">
            <a:extLst>
              <a:ext uri="{FF2B5EF4-FFF2-40B4-BE49-F238E27FC236}">
                <a16:creationId xmlns:a16="http://schemas.microsoft.com/office/drawing/2014/main" id="{1CB8C383-91C3-D4EA-A421-DA3945ECAFCE}"/>
              </a:ext>
            </a:extLst>
          </p:cNvPr>
          <p:cNvSpPr>
            <a:spLocks noGrp="1"/>
          </p:cNvSpPr>
          <p:nvPr>
            <p:ph type="body" sz="quarter" idx="10" hasCustomPrompt="1"/>
          </p:nvPr>
        </p:nvSpPr>
        <p:spPr>
          <a:xfrm>
            <a:off x="612648" y="1091241"/>
            <a:ext cx="5312664" cy="365760"/>
          </a:xfrm>
          <a:prstGeom prst="rect">
            <a:avLst/>
          </a:prstGeom>
        </p:spPr>
        <p:txBody>
          <a:bodyPr anchor="t"/>
          <a:lstStyle>
            <a:lvl1pPr marL="0" indent="0">
              <a:buNone/>
              <a:defRPr sz="1800" b="1" cap="all" baseline="0">
                <a:solidFill>
                  <a:srgbClr val="265BF7"/>
                </a:solidFill>
              </a:defRPr>
            </a:lvl1pPr>
          </a:lstStyle>
          <a:p>
            <a:pPr lvl="0"/>
            <a:r>
              <a:rPr lang="en-US" dirty="0"/>
              <a:t>Add subheading</a:t>
            </a:r>
          </a:p>
        </p:txBody>
      </p:sp>
      <p:sp>
        <p:nvSpPr>
          <p:cNvPr id="10" name="Text Placeholder 9">
            <a:extLst>
              <a:ext uri="{FF2B5EF4-FFF2-40B4-BE49-F238E27FC236}">
                <a16:creationId xmlns:a16="http://schemas.microsoft.com/office/drawing/2014/main" id="{46B39C09-5F18-6939-E78A-D3FFAC0DC52D}"/>
              </a:ext>
            </a:extLst>
          </p:cNvPr>
          <p:cNvSpPr>
            <a:spLocks noGrp="1"/>
          </p:cNvSpPr>
          <p:nvPr>
            <p:ph type="body" sz="quarter" idx="11"/>
          </p:nvPr>
        </p:nvSpPr>
        <p:spPr>
          <a:xfrm>
            <a:off x="612648" y="1545336"/>
            <a:ext cx="4014216" cy="365760"/>
          </a:xfrm>
          <a:prstGeom prst="rect">
            <a:avLst/>
          </a:prstGeom>
        </p:spPr>
        <p:txBody>
          <a:bodyPr/>
          <a:lstStyle>
            <a:lvl1pPr marL="0" indent="0">
              <a:buNone/>
              <a:defRPr sz="1600"/>
            </a:lvl1pPr>
          </a:lstStyle>
          <a:p>
            <a:pPr lvl="0"/>
            <a:endParaRPr lang="en-US" dirty="0"/>
          </a:p>
        </p:txBody>
      </p:sp>
      <p:sp>
        <p:nvSpPr>
          <p:cNvPr id="2" name="Rectangle 1">
            <a:extLst>
              <a:ext uri="{FF2B5EF4-FFF2-40B4-BE49-F238E27FC236}">
                <a16:creationId xmlns:a16="http://schemas.microsoft.com/office/drawing/2014/main" id="{AF6A713F-06B9-9CBB-2EFE-9709996CC3CB}"/>
              </a:ext>
            </a:extLst>
          </p:cNvPr>
          <p:cNvSpPr/>
          <p:nvPr userDrawn="1"/>
        </p:nvSpPr>
        <p:spPr>
          <a:xfrm>
            <a:off x="-1" y="4494923"/>
            <a:ext cx="9144001" cy="64857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9F36DD1-421C-5EAA-D026-5CC0222F0429}"/>
              </a:ext>
            </a:extLst>
          </p:cNvPr>
          <p:cNvPicPr>
            <a:picLocks noChangeAspect="1"/>
          </p:cNvPicPr>
          <p:nvPr userDrawn="1"/>
        </p:nvPicPr>
        <p:blipFill>
          <a:blip r:embed="rId2" cstate="screen">
            <a:alphaModFix amt="15000"/>
            <a:extLst>
              <a:ext uri="{28A0092B-C50C-407E-A947-70E740481C1C}">
                <a14:useLocalDpi xmlns:a14="http://schemas.microsoft.com/office/drawing/2010/main"/>
              </a:ext>
            </a:extLst>
          </a:blip>
          <a:stretch>
            <a:fillRect/>
          </a:stretch>
        </p:blipFill>
        <p:spPr>
          <a:xfrm>
            <a:off x="0" y="4494923"/>
            <a:ext cx="9186486" cy="648576"/>
          </a:xfrm>
          <a:prstGeom prst="rect">
            <a:avLst/>
          </a:prstGeom>
        </p:spPr>
      </p:pic>
      <p:sp>
        <p:nvSpPr>
          <p:cNvPr id="23" name="AutoShape 5">
            <a:extLst>
              <a:ext uri="{FF2B5EF4-FFF2-40B4-BE49-F238E27FC236}">
                <a16:creationId xmlns:a16="http://schemas.microsoft.com/office/drawing/2014/main" id="{C24F87E9-807F-BEF0-F267-FB772335CF3E}"/>
              </a:ext>
            </a:extLst>
          </p:cNvPr>
          <p:cNvSpPr/>
          <p:nvPr userDrawn="1"/>
        </p:nvSpPr>
        <p:spPr>
          <a:xfrm flipV="1">
            <a:off x="689772" y="892172"/>
            <a:ext cx="3956860" cy="0"/>
          </a:xfrm>
          <a:prstGeom prst="line">
            <a:avLst/>
          </a:prstGeom>
          <a:ln w="25400" cap="flat">
            <a:solidFill>
              <a:srgbClr val="F15A22"/>
            </a:solidFill>
            <a:prstDash val="solid"/>
            <a:headEnd type="none" w="sm" len="sm"/>
            <a:tailEnd type="none" w="sm" len="sm"/>
          </a:ln>
        </p:spPr>
        <p:txBody>
          <a:bodyPr/>
          <a:lstStyle/>
          <a:p>
            <a:endParaRPr lang="en-US" sz="1013">
              <a:solidFill>
                <a:schemeClr val="tx2"/>
              </a:solidFill>
            </a:endParaRPr>
          </a:p>
        </p:txBody>
      </p:sp>
      <p:pic>
        <p:nvPicPr>
          <p:cNvPr id="5" name="Picture 4">
            <a:extLst>
              <a:ext uri="{FF2B5EF4-FFF2-40B4-BE49-F238E27FC236}">
                <a16:creationId xmlns:a16="http://schemas.microsoft.com/office/drawing/2014/main" id="{932DFFDC-F1B8-6B17-7633-4D37BEEEF4BC}"/>
              </a:ext>
            </a:extLst>
          </p:cNvPr>
          <p:cNvPicPr>
            <a:picLocks noChangeAspect="1"/>
          </p:cNvPicPr>
          <p:nvPr userDrawn="1"/>
        </p:nvPicPr>
        <p:blipFill>
          <a:blip r:embed="rId3"/>
          <a:srcRect/>
          <a:stretch/>
        </p:blipFill>
        <p:spPr>
          <a:xfrm>
            <a:off x="7348791" y="4601406"/>
            <a:ext cx="1650074" cy="511928"/>
          </a:xfrm>
          <a:prstGeom prst="rect">
            <a:avLst/>
          </a:prstGeom>
        </p:spPr>
      </p:pic>
    </p:spTree>
    <p:extLst>
      <p:ext uri="{BB962C8B-B14F-4D97-AF65-F5344CB8AC3E}">
        <p14:creationId xmlns:p14="http://schemas.microsoft.com/office/powerpoint/2010/main" val="8054816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ight BG Title, Subheading, and Text 2">
    <p:bg>
      <p:bgPr>
        <a:solidFill>
          <a:srgbClr val="F8F4F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A909D37-9CE6-C938-1703-BA0AE4A9CC64}"/>
              </a:ext>
            </a:extLst>
          </p:cNvPr>
          <p:cNvSpPr/>
          <p:nvPr userDrawn="1"/>
        </p:nvSpPr>
        <p:spPr>
          <a:xfrm>
            <a:off x="-1" y="4494923"/>
            <a:ext cx="9144001" cy="64857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FB4B18B9-836D-4952-8D1F-F25040328F4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497924"/>
            <a:ext cx="9144000" cy="645576"/>
          </a:xfrm>
          <a:prstGeom prst="rect">
            <a:avLst/>
          </a:prstGeom>
        </p:spPr>
      </p:pic>
      <p:sp>
        <p:nvSpPr>
          <p:cNvPr id="14" name="AutoShape 5">
            <a:extLst>
              <a:ext uri="{FF2B5EF4-FFF2-40B4-BE49-F238E27FC236}">
                <a16:creationId xmlns:a16="http://schemas.microsoft.com/office/drawing/2014/main" id="{E1631D5F-3A6F-3EF1-AB73-4958F4B0AA21}"/>
              </a:ext>
            </a:extLst>
          </p:cNvPr>
          <p:cNvSpPr/>
          <p:nvPr userDrawn="1"/>
        </p:nvSpPr>
        <p:spPr>
          <a:xfrm flipV="1">
            <a:off x="689772" y="892172"/>
            <a:ext cx="3956860" cy="0"/>
          </a:xfrm>
          <a:prstGeom prst="line">
            <a:avLst/>
          </a:prstGeom>
          <a:ln w="25400" cap="flat">
            <a:solidFill>
              <a:srgbClr val="F15A22"/>
            </a:solidFill>
            <a:prstDash val="solid"/>
            <a:headEnd type="none" w="sm" len="sm"/>
            <a:tailEnd type="none" w="sm" len="sm"/>
          </a:ln>
        </p:spPr>
        <p:txBody>
          <a:bodyPr/>
          <a:lstStyle/>
          <a:p>
            <a:endParaRPr lang="en-US" sz="1013">
              <a:solidFill>
                <a:schemeClr val="tx2"/>
              </a:solidFill>
            </a:endParaRPr>
          </a:p>
        </p:txBody>
      </p:sp>
      <p:sp>
        <p:nvSpPr>
          <p:cNvPr id="3" name="Title 2">
            <a:extLst>
              <a:ext uri="{FF2B5EF4-FFF2-40B4-BE49-F238E27FC236}">
                <a16:creationId xmlns:a16="http://schemas.microsoft.com/office/drawing/2014/main" id="{908A8727-2A40-5509-D426-0C5FF5319919}"/>
              </a:ext>
            </a:extLst>
          </p:cNvPr>
          <p:cNvSpPr>
            <a:spLocks noGrp="1"/>
          </p:cNvSpPr>
          <p:nvPr>
            <p:ph type="title"/>
          </p:nvPr>
        </p:nvSpPr>
        <p:spPr>
          <a:xfrm>
            <a:off x="612648" y="429768"/>
            <a:ext cx="6867144" cy="429768"/>
          </a:xfrm>
          <a:prstGeom prst="rect">
            <a:avLst/>
          </a:prstGeom>
        </p:spPr>
        <p:txBody>
          <a:bodyPr anchor="b"/>
          <a:lstStyle>
            <a:lvl1pPr>
              <a:defRPr sz="2400" b="1"/>
            </a:lvl1pPr>
          </a:lstStyle>
          <a:p>
            <a:endParaRPr lang="en-US" dirty="0"/>
          </a:p>
        </p:txBody>
      </p:sp>
      <p:sp>
        <p:nvSpPr>
          <p:cNvPr id="5" name="Text Placeholder 4">
            <a:extLst>
              <a:ext uri="{FF2B5EF4-FFF2-40B4-BE49-F238E27FC236}">
                <a16:creationId xmlns:a16="http://schemas.microsoft.com/office/drawing/2014/main" id="{37B89B0A-AE2D-DA88-BD20-838F5D845A05}"/>
              </a:ext>
            </a:extLst>
          </p:cNvPr>
          <p:cNvSpPr>
            <a:spLocks noGrp="1"/>
          </p:cNvSpPr>
          <p:nvPr>
            <p:ph type="body" sz="quarter" idx="10" hasCustomPrompt="1"/>
          </p:nvPr>
        </p:nvSpPr>
        <p:spPr>
          <a:xfrm>
            <a:off x="612775" y="1088135"/>
            <a:ext cx="5312664" cy="365760"/>
          </a:xfrm>
          <a:prstGeom prst="rect">
            <a:avLst/>
          </a:prstGeom>
        </p:spPr>
        <p:txBody>
          <a:bodyPr/>
          <a:lstStyle>
            <a:lvl1pPr marL="0" indent="0">
              <a:buNone/>
              <a:defRPr sz="1800" b="1" cap="all" baseline="0">
                <a:solidFill>
                  <a:srgbClr val="265BF7"/>
                </a:solidFill>
              </a:defRPr>
            </a:lvl1pPr>
          </a:lstStyle>
          <a:p>
            <a:pPr lvl="0"/>
            <a:r>
              <a:rPr lang="en-US" dirty="0"/>
              <a:t>Add subheading</a:t>
            </a:r>
          </a:p>
        </p:txBody>
      </p:sp>
      <p:sp>
        <p:nvSpPr>
          <p:cNvPr id="7" name="Text Placeholder 6">
            <a:extLst>
              <a:ext uri="{FF2B5EF4-FFF2-40B4-BE49-F238E27FC236}">
                <a16:creationId xmlns:a16="http://schemas.microsoft.com/office/drawing/2014/main" id="{87281B5E-C749-CDB8-5344-62A99EC271F3}"/>
              </a:ext>
            </a:extLst>
          </p:cNvPr>
          <p:cNvSpPr>
            <a:spLocks noGrp="1"/>
          </p:cNvSpPr>
          <p:nvPr>
            <p:ph type="body" sz="quarter" idx="11"/>
          </p:nvPr>
        </p:nvSpPr>
        <p:spPr>
          <a:xfrm>
            <a:off x="612648" y="1545336"/>
            <a:ext cx="4014216" cy="365760"/>
          </a:xfrm>
          <a:prstGeom prst="rect">
            <a:avLst/>
          </a:prstGeom>
        </p:spPr>
        <p:txBody>
          <a:bodyPr/>
          <a:lstStyle>
            <a:lvl1pPr marL="0" indent="0">
              <a:buNone/>
              <a:defRPr sz="1600"/>
            </a:lvl1pPr>
          </a:lstStyle>
          <a:p>
            <a:pPr lvl="0"/>
            <a:endParaRPr lang="en-US" dirty="0"/>
          </a:p>
        </p:txBody>
      </p:sp>
      <p:pic>
        <p:nvPicPr>
          <p:cNvPr id="2" name="Picture 1">
            <a:extLst>
              <a:ext uri="{FF2B5EF4-FFF2-40B4-BE49-F238E27FC236}">
                <a16:creationId xmlns:a16="http://schemas.microsoft.com/office/drawing/2014/main" id="{F4A9CB83-E602-1690-08D6-824FFA54D5F5}"/>
              </a:ext>
            </a:extLst>
          </p:cNvPr>
          <p:cNvPicPr>
            <a:picLocks noChangeAspect="1"/>
          </p:cNvPicPr>
          <p:nvPr userDrawn="1"/>
        </p:nvPicPr>
        <p:blipFill>
          <a:blip r:embed="rId3"/>
          <a:srcRect/>
          <a:stretch/>
        </p:blipFill>
        <p:spPr>
          <a:xfrm>
            <a:off x="7348791" y="4601406"/>
            <a:ext cx="1650074" cy="511928"/>
          </a:xfrm>
          <a:prstGeom prst="rect">
            <a:avLst/>
          </a:prstGeom>
        </p:spPr>
      </p:pic>
    </p:spTree>
    <p:extLst>
      <p:ext uri="{BB962C8B-B14F-4D97-AF65-F5344CB8AC3E}">
        <p14:creationId xmlns:p14="http://schemas.microsoft.com/office/powerpoint/2010/main" val="4107516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rk BG Title, Subheading, and Text 1">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F6A713F-06B9-9CBB-2EFE-9709996CC3CB}"/>
              </a:ext>
            </a:extLst>
          </p:cNvPr>
          <p:cNvSpPr/>
          <p:nvPr userDrawn="1"/>
        </p:nvSpPr>
        <p:spPr>
          <a:xfrm>
            <a:off x="-1" y="4494923"/>
            <a:ext cx="9144001" cy="64857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9F36DD1-421C-5EAA-D026-5CC0222F0429}"/>
              </a:ext>
            </a:extLst>
          </p:cNvPr>
          <p:cNvPicPr>
            <a:picLocks noChangeAspect="1"/>
          </p:cNvPicPr>
          <p:nvPr userDrawn="1"/>
        </p:nvPicPr>
        <p:blipFill>
          <a:blip r:embed="rId2" cstate="screen">
            <a:alphaModFix amt="15000"/>
            <a:extLst>
              <a:ext uri="{28A0092B-C50C-407E-A947-70E740481C1C}">
                <a14:useLocalDpi xmlns:a14="http://schemas.microsoft.com/office/drawing/2010/main"/>
              </a:ext>
            </a:extLst>
          </a:blip>
          <a:stretch>
            <a:fillRect/>
          </a:stretch>
        </p:blipFill>
        <p:spPr>
          <a:xfrm>
            <a:off x="0" y="4494923"/>
            <a:ext cx="9186486" cy="648576"/>
          </a:xfrm>
          <a:prstGeom prst="rect">
            <a:avLst/>
          </a:prstGeom>
        </p:spPr>
      </p:pic>
      <p:sp>
        <p:nvSpPr>
          <p:cNvPr id="23" name="AutoShape 5">
            <a:extLst>
              <a:ext uri="{FF2B5EF4-FFF2-40B4-BE49-F238E27FC236}">
                <a16:creationId xmlns:a16="http://schemas.microsoft.com/office/drawing/2014/main" id="{C24F87E9-807F-BEF0-F267-FB772335CF3E}"/>
              </a:ext>
            </a:extLst>
          </p:cNvPr>
          <p:cNvSpPr/>
          <p:nvPr userDrawn="1"/>
        </p:nvSpPr>
        <p:spPr>
          <a:xfrm flipV="1">
            <a:off x="689772" y="892172"/>
            <a:ext cx="3956860" cy="0"/>
          </a:xfrm>
          <a:prstGeom prst="line">
            <a:avLst/>
          </a:prstGeom>
          <a:ln w="25400" cap="flat">
            <a:solidFill>
              <a:srgbClr val="F15A22"/>
            </a:solidFill>
            <a:prstDash val="solid"/>
            <a:headEnd type="none" w="sm" len="sm"/>
            <a:tailEnd type="none" w="sm" len="sm"/>
          </a:ln>
        </p:spPr>
        <p:txBody>
          <a:bodyPr/>
          <a:lstStyle/>
          <a:p>
            <a:endParaRPr lang="en-US" sz="1013">
              <a:solidFill>
                <a:schemeClr val="tx2"/>
              </a:solidFill>
            </a:endParaRPr>
          </a:p>
        </p:txBody>
      </p:sp>
      <p:sp>
        <p:nvSpPr>
          <p:cNvPr id="4" name="Title 3">
            <a:extLst>
              <a:ext uri="{FF2B5EF4-FFF2-40B4-BE49-F238E27FC236}">
                <a16:creationId xmlns:a16="http://schemas.microsoft.com/office/drawing/2014/main" id="{909E60B4-EECF-36F2-F05C-D9C064F2F895}"/>
              </a:ext>
            </a:extLst>
          </p:cNvPr>
          <p:cNvSpPr>
            <a:spLocks noGrp="1"/>
          </p:cNvSpPr>
          <p:nvPr>
            <p:ph type="title"/>
          </p:nvPr>
        </p:nvSpPr>
        <p:spPr>
          <a:xfrm>
            <a:off x="612648" y="429768"/>
            <a:ext cx="6867144" cy="429768"/>
          </a:xfrm>
          <a:prstGeom prst="rect">
            <a:avLst/>
          </a:prstGeom>
        </p:spPr>
        <p:txBody>
          <a:bodyPr anchor="b"/>
          <a:lstStyle>
            <a:lvl1pPr>
              <a:defRPr sz="2400" b="1">
                <a:solidFill>
                  <a:schemeClr val="bg1"/>
                </a:solidFill>
              </a:defRPr>
            </a:lvl1pPr>
          </a:lstStyle>
          <a:p>
            <a:endParaRPr lang="en-US" dirty="0"/>
          </a:p>
        </p:txBody>
      </p:sp>
      <p:sp>
        <p:nvSpPr>
          <p:cNvPr id="7" name="Text Placeholder 6">
            <a:extLst>
              <a:ext uri="{FF2B5EF4-FFF2-40B4-BE49-F238E27FC236}">
                <a16:creationId xmlns:a16="http://schemas.microsoft.com/office/drawing/2014/main" id="{90D7B34D-99A4-DF12-D42A-1F04FA48CA07}"/>
              </a:ext>
            </a:extLst>
          </p:cNvPr>
          <p:cNvSpPr>
            <a:spLocks noGrp="1"/>
          </p:cNvSpPr>
          <p:nvPr>
            <p:ph type="body" sz="quarter" idx="10" hasCustomPrompt="1"/>
          </p:nvPr>
        </p:nvSpPr>
        <p:spPr>
          <a:xfrm>
            <a:off x="612775" y="1088136"/>
            <a:ext cx="5312664" cy="365760"/>
          </a:xfrm>
          <a:prstGeom prst="rect">
            <a:avLst/>
          </a:prstGeom>
        </p:spPr>
        <p:txBody>
          <a:bodyPr/>
          <a:lstStyle>
            <a:lvl1pPr marL="0" indent="0">
              <a:buNone/>
              <a:defRPr sz="1800" b="1" cap="all" baseline="0">
                <a:solidFill>
                  <a:srgbClr val="F15A2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Add subheading</a:t>
            </a:r>
          </a:p>
        </p:txBody>
      </p:sp>
      <p:sp>
        <p:nvSpPr>
          <p:cNvPr id="9" name="Text Placeholder 8">
            <a:extLst>
              <a:ext uri="{FF2B5EF4-FFF2-40B4-BE49-F238E27FC236}">
                <a16:creationId xmlns:a16="http://schemas.microsoft.com/office/drawing/2014/main" id="{098021F6-F7D0-F737-C133-5377F4603E78}"/>
              </a:ext>
            </a:extLst>
          </p:cNvPr>
          <p:cNvSpPr>
            <a:spLocks noGrp="1"/>
          </p:cNvSpPr>
          <p:nvPr>
            <p:ph type="body" sz="quarter" idx="11"/>
          </p:nvPr>
        </p:nvSpPr>
        <p:spPr>
          <a:xfrm>
            <a:off x="612775" y="1545336"/>
            <a:ext cx="4014216" cy="365760"/>
          </a:xfrm>
          <a:prstGeom prst="rect">
            <a:avLst/>
          </a:prstGeom>
        </p:spPr>
        <p:txBody>
          <a:bodyPr/>
          <a:lstStyle>
            <a:lvl1pPr marL="0" indent="0">
              <a:buNone/>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endParaRPr lang="en-US" dirty="0"/>
          </a:p>
        </p:txBody>
      </p:sp>
      <p:pic>
        <p:nvPicPr>
          <p:cNvPr id="5" name="Picture 4">
            <a:extLst>
              <a:ext uri="{FF2B5EF4-FFF2-40B4-BE49-F238E27FC236}">
                <a16:creationId xmlns:a16="http://schemas.microsoft.com/office/drawing/2014/main" id="{1DC13B96-BC66-DD59-8926-67409B37C8E2}"/>
              </a:ext>
            </a:extLst>
          </p:cNvPr>
          <p:cNvPicPr>
            <a:picLocks noChangeAspect="1"/>
          </p:cNvPicPr>
          <p:nvPr userDrawn="1"/>
        </p:nvPicPr>
        <p:blipFill>
          <a:blip r:embed="rId3"/>
          <a:srcRect/>
          <a:stretch/>
        </p:blipFill>
        <p:spPr>
          <a:xfrm>
            <a:off x="7348791" y="4601406"/>
            <a:ext cx="1650074" cy="511928"/>
          </a:xfrm>
          <a:prstGeom prst="rect">
            <a:avLst/>
          </a:prstGeom>
        </p:spPr>
      </p:pic>
    </p:spTree>
    <p:extLst>
      <p:ext uri="{BB962C8B-B14F-4D97-AF65-F5344CB8AC3E}">
        <p14:creationId xmlns:p14="http://schemas.microsoft.com/office/powerpoint/2010/main" val="23415444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rk BG Title, Subheading, and Text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F36DD1-421C-5EAA-D026-5CC0222F0429}"/>
              </a:ext>
            </a:extLst>
          </p:cNvPr>
          <p:cNvPicPr>
            <a:picLocks noChangeAspect="1"/>
          </p:cNvPicPr>
          <p:nvPr userDrawn="1"/>
        </p:nvPicPr>
        <p:blipFill>
          <a:blip r:embed="rId2" cstate="screen">
            <a:alphaModFix amt="15000"/>
            <a:extLst>
              <a:ext uri="{28A0092B-C50C-407E-A947-70E740481C1C}">
                <a14:useLocalDpi xmlns:a14="http://schemas.microsoft.com/office/drawing/2010/main"/>
              </a:ext>
            </a:extLst>
          </a:blip>
          <a:stretch>
            <a:fillRect/>
          </a:stretch>
        </p:blipFill>
        <p:spPr>
          <a:xfrm>
            <a:off x="0" y="4494923"/>
            <a:ext cx="9186486" cy="648576"/>
          </a:xfrm>
          <a:prstGeom prst="rect">
            <a:avLst/>
          </a:prstGeom>
        </p:spPr>
      </p:pic>
      <p:sp>
        <p:nvSpPr>
          <p:cNvPr id="23" name="AutoShape 5">
            <a:extLst>
              <a:ext uri="{FF2B5EF4-FFF2-40B4-BE49-F238E27FC236}">
                <a16:creationId xmlns:a16="http://schemas.microsoft.com/office/drawing/2014/main" id="{C24F87E9-807F-BEF0-F267-FB772335CF3E}"/>
              </a:ext>
            </a:extLst>
          </p:cNvPr>
          <p:cNvSpPr/>
          <p:nvPr userDrawn="1"/>
        </p:nvSpPr>
        <p:spPr>
          <a:xfrm flipV="1">
            <a:off x="689772" y="892172"/>
            <a:ext cx="3956860" cy="0"/>
          </a:xfrm>
          <a:prstGeom prst="line">
            <a:avLst/>
          </a:prstGeom>
          <a:ln w="25400" cap="flat">
            <a:solidFill>
              <a:srgbClr val="F15A22"/>
            </a:solidFill>
            <a:prstDash val="solid"/>
            <a:headEnd type="none" w="sm" len="sm"/>
            <a:tailEnd type="none" w="sm" len="sm"/>
          </a:ln>
        </p:spPr>
        <p:txBody>
          <a:bodyPr/>
          <a:lstStyle/>
          <a:p>
            <a:endParaRPr lang="en-US" sz="1013">
              <a:solidFill>
                <a:schemeClr val="tx2"/>
              </a:solidFill>
            </a:endParaRPr>
          </a:p>
        </p:txBody>
      </p:sp>
      <p:sp>
        <p:nvSpPr>
          <p:cNvPr id="4" name="Title 3">
            <a:extLst>
              <a:ext uri="{FF2B5EF4-FFF2-40B4-BE49-F238E27FC236}">
                <a16:creationId xmlns:a16="http://schemas.microsoft.com/office/drawing/2014/main" id="{909E60B4-EECF-36F2-F05C-D9C064F2F895}"/>
              </a:ext>
            </a:extLst>
          </p:cNvPr>
          <p:cNvSpPr>
            <a:spLocks noGrp="1"/>
          </p:cNvSpPr>
          <p:nvPr>
            <p:ph type="title"/>
          </p:nvPr>
        </p:nvSpPr>
        <p:spPr>
          <a:xfrm>
            <a:off x="612648" y="429768"/>
            <a:ext cx="6867144" cy="429768"/>
          </a:xfrm>
          <a:prstGeom prst="rect">
            <a:avLst/>
          </a:prstGeom>
        </p:spPr>
        <p:txBody>
          <a:bodyPr anchor="b"/>
          <a:lstStyle>
            <a:lvl1pPr>
              <a:defRPr sz="2400" b="1">
                <a:solidFill>
                  <a:schemeClr val="bg1"/>
                </a:solidFill>
              </a:defRPr>
            </a:lvl1pPr>
          </a:lstStyle>
          <a:p>
            <a:endParaRPr lang="en-US" dirty="0"/>
          </a:p>
        </p:txBody>
      </p:sp>
      <p:sp>
        <p:nvSpPr>
          <p:cNvPr id="7" name="Text Placeholder 6">
            <a:extLst>
              <a:ext uri="{FF2B5EF4-FFF2-40B4-BE49-F238E27FC236}">
                <a16:creationId xmlns:a16="http://schemas.microsoft.com/office/drawing/2014/main" id="{90D7B34D-99A4-DF12-D42A-1F04FA48CA07}"/>
              </a:ext>
            </a:extLst>
          </p:cNvPr>
          <p:cNvSpPr>
            <a:spLocks noGrp="1"/>
          </p:cNvSpPr>
          <p:nvPr>
            <p:ph type="body" sz="quarter" idx="10" hasCustomPrompt="1"/>
          </p:nvPr>
        </p:nvSpPr>
        <p:spPr>
          <a:xfrm>
            <a:off x="612775" y="1088136"/>
            <a:ext cx="5312664" cy="365760"/>
          </a:xfrm>
          <a:prstGeom prst="rect">
            <a:avLst/>
          </a:prstGeom>
        </p:spPr>
        <p:txBody>
          <a:bodyPr/>
          <a:lstStyle>
            <a:lvl1pPr marL="0" indent="0">
              <a:buNone/>
              <a:defRPr sz="1800" b="1" cap="all" baseline="0">
                <a:solidFill>
                  <a:srgbClr val="F15A2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add subheading</a:t>
            </a:r>
          </a:p>
        </p:txBody>
      </p:sp>
      <p:sp>
        <p:nvSpPr>
          <p:cNvPr id="9" name="Text Placeholder 8">
            <a:extLst>
              <a:ext uri="{FF2B5EF4-FFF2-40B4-BE49-F238E27FC236}">
                <a16:creationId xmlns:a16="http://schemas.microsoft.com/office/drawing/2014/main" id="{098021F6-F7D0-F737-C133-5377F4603E78}"/>
              </a:ext>
            </a:extLst>
          </p:cNvPr>
          <p:cNvSpPr>
            <a:spLocks noGrp="1"/>
          </p:cNvSpPr>
          <p:nvPr>
            <p:ph type="body" sz="quarter" idx="11"/>
          </p:nvPr>
        </p:nvSpPr>
        <p:spPr>
          <a:xfrm>
            <a:off x="612775" y="1545336"/>
            <a:ext cx="4014216" cy="365760"/>
          </a:xfrm>
          <a:prstGeom prst="rect">
            <a:avLst/>
          </a:prstGeom>
        </p:spPr>
        <p:txBody>
          <a:bodyPr/>
          <a:lstStyle>
            <a:lvl1pPr marL="0" indent="0">
              <a:buNone/>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endParaRPr lang="en-US" dirty="0"/>
          </a:p>
        </p:txBody>
      </p:sp>
      <p:sp>
        <p:nvSpPr>
          <p:cNvPr id="6" name="Rectangle 5">
            <a:extLst>
              <a:ext uri="{FF2B5EF4-FFF2-40B4-BE49-F238E27FC236}">
                <a16:creationId xmlns:a16="http://schemas.microsoft.com/office/drawing/2014/main" id="{E6B737C9-F289-9361-E0DD-CF63E6AF5BA7}"/>
              </a:ext>
            </a:extLst>
          </p:cNvPr>
          <p:cNvSpPr/>
          <p:nvPr userDrawn="1"/>
        </p:nvSpPr>
        <p:spPr>
          <a:xfrm>
            <a:off x="-1" y="4494923"/>
            <a:ext cx="9144001" cy="64857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5108CBA2-4E0C-7E44-5820-6F5FFC0C4F8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 y="4497924"/>
            <a:ext cx="9144000" cy="645576"/>
          </a:xfrm>
          <a:prstGeom prst="rect">
            <a:avLst/>
          </a:prstGeom>
        </p:spPr>
      </p:pic>
      <p:pic>
        <p:nvPicPr>
          <p:cNvPr id="5" name="Picture 4">
            <a:extLst>
              <a:ext uri="{FF2B5EF4-FFF2-40B4-BE49-F238E27FC236}">
                <a16:creationId xmlns:a16="http://schemas.microsoft.com/office/drawing/2014/main" id="{DC83A922-5096-7F0D-F12D-F359C687908F}"/>
              </a:ext>
            </a:extLst>
          </p:cNvPr>
          <p:cNvPicPr>
            <a:picLocks noChangeAspect="1"/>
          </p:cNvPicPr>
          <p:nvPr userDrawn="1"/>
        </p:nvPicPr>
        <p:blipFill>
          <a:blip r:embed="rId4"/>
          <a:srcRect/>
          <a:stretch/>
        </p:blipFill>
        <p:spPr>
          <a:xfrm>
            <a:off x="7348791" y="4601406"/>
            <a:ext cx="1650074" cy="511928"/>
          </a:xfrm>
          <a:prstGeom prst="rect">
            <a:avLst/>
          </a:prstGeom>
        </p:spPr>
      </p:pic>
    </p:spTree>
    <p:extLst>
      <p:ext uri="{BB962C8B-B14F-4D97-AF65-F5344CB8AC3E}">
        <p14:creationId xmlns:p14="http://schemas.microsoft.com/office/powerpoint/2010/main" val="2104690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ig Statement 1">
    <p:bg>
      <p:bgPr>
        <a:solidFill>
          <a:srgbClr val="032044"/>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DE2DFD6-A343-0FDE-5278-36E5392D9AFD}"/>
              </a:ext>
            </a:extLst>
          </p:cNvPr>
          <p:cNvGrpSpPr/>
          <p:nvPr userDrawn="1"/>
        </p:nvGrpSpPr>
        <p:grpSpPr>
          <a:xfrm>
            <a:off x="287345" y="1222796"/>
            <a:ext cx="8569311" cy="2697907"/>
            <a:chOff x="360430" y="1222796"/>
            <a:chExt cx="8569311" cy="2697907"/>
          </a:xfrm>
        </p:grpSpPr>
        <p:pic>
          <p:nvPicPr>
            <p:cNvPr id="5" name="Picture 4">
              <a:extLst>
                <a:ext uri="{FF2B5EF4-FFF2-40B4-BE49-F238E27FC236}">
                  <a16:creationId xmlns:a16="http://schemas.microsoft.com/office/drawing/2014/main" id="{99FCCDE5-573C-3268-E169-18700B7C291B}"/>
                </a:ext>
              </a:extLst>
            </p:cNvPr>
            <p:cNvPicPr>
              <a:picLocks noChangeAspect="1"/>
            </p:cNvPicPr>
            <p:nvPr userDrawn="1"/>
          </p:nvPicPr>
          <p:blipFill>
            <a:blip r:embed="rId2">
              <a:duotone>
                <a:prstClr val="black"/>
                <a:schemeClr val="accent4">
                  <a:tint val="45000"/>
                  <a:satMod val="400000"/>
                </a:schemeClr>
              </a:duotone>
              <a:alphaModFix amt="10000"/>
            </a:blip>
            <a:stretch>
              <a:fillRect/>
            </a:stretch>
          </p:blipFill>
          <p:spPr>
            <a:xfrm>
              <a:off x="360430" y="1222796"/>
              <a:ext cx="1494640" cy="2697907"/>
            </a:xfrm>
            <a:prstGeom prst="rect">
              <a:avLst/>
            </a:prstGeom>
          </p:spPr>
        </p:pic>
        <p:pic>
          <p:nvPicPr>
            <p:cNvPr id="7" name="Picture 6">
              <a:extLst>
                <a:ext uri="{FF2B5EF4-FFF2-40B4-BE49-F238E27FC236}">
                  <a16:creationId xmlns:a16="http://schemas.microsoft.com/office/drawing/2014/main" id="{6BA78A09-E770-9973-247E-E8B8AE1687C7}"/>
                </a:ext>
              </a:extLst>
            </p:cNvPr>
            <p:cNvPicPr>
              <a:picLocks noChangeAspect="1"/>
            </p:cNvPicPr>
            <p:nvPr userDrawn="1"/>
          </p:nvPicPr>
          <p:blipFill>
            <a:blip r:embed="rId2">
              <a:duotone>
                <a:prstClr val="black"/>
                <a:schemeClr val="accent4">
                  <a:tint val="45000"/>
                  <a:satMod val="400000"/>
                </a:schemeClr>
              </a:duotone>
              <a:alphaModFix amt="10000"/>
            </a:blip>
            <a:stretch>
              <a:fillRect/>
            </a:stretch>
          </p:blipFill>
          <p:spPr>
            <a:xfrm rot="10800000">
              <a:off x="7435101" y="1222796"/>
              <a:ext cx="1494640" cy="2697907"/>
            </a:xfrm>
            <a:prstGeom prst="rect">
              <a:avLst/>
            </a:prstGeom>
          </p:spPr>
        </p:pic>
      </p:grpSp>
      <p:sp>
        <p:nvSpPr>
          <p:cNvPr id="2" name="Title 1">
            <a:extLst>
              <a:ext uri="{FF2B5EF4-FFF2-40B4-BE49-F238E27FC236}">
                <a16:creationId xmlns:a16="http://schemas.microsoft.com/office/drawing/2014/main" id="{4557F842-7B18-460F-4DEE-C4C010313DF1}"/>
              </a:ext>
            </a:extLst>
          </p:cNvPr>
          <p:cNvSpPr>
            <a:spLocks noGrp="1"/>
          </p:cNvSpPr>
          <p:nvPr>
            <p:ph type="title" hasCustomPrompt="1"/>
          </p:nvPr>
        </p:nvSpPr>
        <p:spPr>
          <a:xfrm>
            <a:off x="3800759" y="1853608"/>
            <a:ext cx="1542483" cy="267795"/>
          </a:xfrm>
          <a:prstGeom prst="rect">
            <a:avLst/>
          </a:prstGeom>
          <a:solidFill>
            <a:schemeClr val="accent5"/>
          </a:solidFill>
        </p:spPr>
        <p:txBody>
          <a:bodyPr>
            <a:normAutofit/>
          </a:bodyPr>
          <a:lstStyle>
            <a:lvl1pPr algn="ctr">
              <a:lnSpc>
                <a:spcPct val="100000"/>
              </a:lnSpc>
              <a:defRPr sz="1050" b="1" cap="all" spc="300" baseline="0">
                <a:solidFill>
                  <a:srgbClr val="FFFFFF"/>
                </a:solidFill>
                <a:latin typeface="Aptos" panose="020B0004020202020204" pitchFamily="34" charset="0"/>
              </a:defRPr>
            </a:lvl1pPr>
          </a:lstStyle>
          <a:p>
            <a:r>
              <a:rPr lang="en-US" dirty="0"/>
              <a:t>statement</a:t>
            </a:r>
          </a:p>
        </p:txBody>
      </p:sp>
      <p:sp>
        <p:nvSpPr>
          <p:cNvPr id="22" name="Text Placeholder 21">
            <a:extLst>
              <a:ext uri="{FF2B5EF4-FFF2-40B4-BE49-F238E27FC236}">
                <a16:creationId xmlns:a16="http://schemas.microsoft.com/office/drawing/2014/main" id="{34FDCA78-6B61-0A37-F981-3595DD56E06B}"/>
              </a:ext>
            </a:extLst>
          </p:cNvPr>
          <p:cNvSpPr>
            <a:spLocks noGrp="1"/>
          </p:cNvSpPr>
          <p:nvPr>
            <p:ph type="body" sz="quarter" idx="13" hasCustomPrompt="1"/>
          </p:nvPr>
        </p:nvSpPr>
        <p:spPr>
          <a:xfrm>
            <a:off x="1928387" y="2323199"/>
            <a:ext cx="5286389" cy="512728"/>
          </a:xfrm>
          <a:prstGeom prst="rect">
            <a:avLst/>
          </a:prstGeom>
        </p:spPr>
        <p:txBody>
          <a:bodyPr wrap="none">
            <a:normAutofit/>
          </a:bodyPr>
          <a:lstStyle>
            <a:lvl1pPr algn="ctr">
              <a:buNone/>
              <a:defRPr sz="3000" b="1" cap="all" baseline="0">
                <a:solidFill>
                  <a:srgbClr val="C8DCFF"/>
                </a:solidFill>
              </a:defRPr>
            </a:lvl1pPr>
          </a:lstStyle>
          <a:p>
            <a:pPr lvl="0"/>
            <a:r>
              <a:rPr lang="en-US" dirty="0"/>
              <a:t>Big statement goes here</a:t>
            </a:r>
          </a:p>
        </p:txBody>
      </p:sp>
      <p:sp>
        <p:nvSpPr>
          <p:cNvPr id="20" name="Text Placeholder 19">
            <a:extLst>
              <a:ext uri="{FF2B5EF4-FFF2-40B4-BE49-F238E27FC236}">
                <a16:creationId xmlns:a16="http://schemas.microsoft.com/office/drawing/2014/main" id="{13CFB1E8-EF64-764C-83CF-190A0947F49D}"/>
              </a:ext>
            </a:extLst>
          </p:cNvPr>
          <p:cNvSpPr>
            <a:spLocks noGrp="1"/>
          </p:cNvSpPr>
          <p:nvPr>
            <p:ph type="body" sz="quarter" idx="12" hasCustomPrompt="1"/>
          </p:nvPr>
        </p:nvSpPr>
        <p:spPr>
          <a:xfrm>
            <a:off x="1483895" y="3005185"/>
            <a:ext cx="6175375" cy="622300"/>
          </a:xfrm>
          <a:prstGeom prst="rect">
            <a:avLst/>
          </a:prstGeom>
        </p:spPr>
        <p:txBody>
          <a:bodyPr>
            <a:normAutofit/>
          </a:bodyPr>
          <a:lstStyle>
            <a:lvl1pPr algn="ctr">
              <a:buNone/>
              <a:defRPr sz="1700">
                <a:solidFill>
                  <a:srgbClr val="FFFFFF"/>
                </a:solidFill>
                <a:latin typeface="Aptos" panose="020B0004020202020204" pitchFamily="34" charset="0"/>
              </a:defRPr>
            </a:lvl1pPr>
          </a:lstStyle>
          <a:p>
            <a:pPr lvl="0"/>
            <a:r>
              <a:rPr lang="en-US" sz="1700" dirty="0">
                <a:latin typeface="Aptos" panose="020B0004020202020204" pitchFamily="34" charset="0"/>
              </a:rPr>
              <a:t>A write-up follows the heading. Keep the most important information on the slide. Toss the rest in the speaker notes.</a:t>
            </a:r>
          </a:p>
        </p:txBody>
      </p:sp>
      <p:pic>
        <p:nvPicPr>
          <p:cNvPr id="4" name="Picture 3">
            <a:extLst>
              <a:ext uri="{FF2B5EF4-FFF2-40B4-BE49-F238E27FC236}">
                <a16:creationId xmlns:a16="http://schemas.microsoft.com/office/drawing/2014/main" id="{4F61DFDA-5A69-B5DF-5430-1A170DF1006B}"/>
              </a:ext>
            </a:extLst>
          </p:cNvPr>
          <p:cNvPicPr>
            <a:picLocks noChangeAspect="1"/>
          </p:cNvPicPr>
          <p:nvPr userDrawn="1"/>
        </p:nvPicPr>
        <p:blipFill>
          <a:blip r:embed="rId3"/>
          <a:srcRect/>
          <a:stretch/>
        </p:blipFill>
        <p:spPr>
          <a:xfrm>
            <a:off x="7344937" y="4601406"/>
            <a:ext cx="1657783" cy="511928"/>
          </a:xfrm>
          <a:prstGeom prst="rect">
            <a:avLst/>
          </a:prstGeom>
        </p:spPr>
      </p:pic>
    </p:spTree>
    <p:extLst>
      <p:ext uri="{BB962C8B-B14F-4D97-AF65-F5344CB8AC3E}">
        <p14:creationId xmlns:p14="http://schemas.microsoft.com/office/powerpoint/2010/main" val="6061638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ig Statement 2">
    <p:bg>
      <p:bgPr>
        <a:solidFill>
          <a:srgbClr val="265BF7"/>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DE2DFD6-A343-0FDE-5278-36E5392D9AFD}"/>
              </a:ext>
            </a:extLst>
          </p:cNvPr>
          <p:cNvGrpSpPr/>
          <p:nvPr userDrawn="1"/>
        </p:nvGrpSpPr>
        <p:grpSpPr>
          <a:xfrm>
            <a:off x="287345" y="1222796"/>
            <a:ext cx="8569311" cy="2697907"/>
            <a:chOff x="360430" y="1222796"/>
            <a:chExt cx="8569311" cy="2697907"/>
          </a:xfrm>
        </p:grpSpPr>
        <p:pic>
          <p:nvPicPr>
            <p:cNvPr id="5" name="Picture 4">
              <a:extLst>
                <a:ext uri="{FF2B5EF4-FFF2-40B4-BE49-F238E27FC236}">
                  <a16:creationId xmlns:a16="http://schemas.microsoft.com/office/drawing/2014/main" id="{99FCCDE5-573C-3268-E169-18700B7C291B}"/>
                </a:ext>
              </a:extLst>
            </p:cNvPr>
            <p:cNvPicPr>
              <a:picLocks noChangeAspect="1"/>
            </p:cNvPicPr>
            <p:nvPr userDrawn="1"/>
          </p:nvPicPr>
          <p:blipFill>
            <a:blip r:embed="rId2">
              <a:duotone>
                <a:prstClr val="black"/>
                <a:schemeClr val="accent4">
                  <a:tint val="45000"/>
                  <a:satMod val="400000"/>
                </a:schemeClr>
              </a:duotone>
              <a:alphaModFix amt="10000"/>
            </a:blip>
            <a:stretch>
              <a:fillRect/>
            </a:stretch>
          </p:blipFill>
          <p:spPr>
            <a:xfrm>
              <a:off x="360430" y="1222796"/>
              <a:ext cx="1494640" cy="2697907"/>
            </a:xfrm>
            <a:prstGeom prst="rect">
              <a:avLst/>
            </a:prstGeom>
          </p:spPr>
        </p:pic>
        <p:pic>
          <p:nvPicPr>
            <p:cNvPr id="7" name="Picture 6">
              <a:extLst>
                <a:ext uri="{FF2B5EF4-FFF2-40B4-BE49-F238E27FC236}">
                  <a16:creationId xmlns:a16="http://schemas.microsoft.com/office/drawing/2014/main" id="{6BA78A09-E770-9973-247E-E8B8AE1687C7}"/>
                </a:ext>
              </a:extLst>
            </p:cNvPr>
            <p:cNvPicPr>
              <a:picLocks noChangeAspect="1"/>
            </p:cNvPicPr>
            <p:nvPr userDrawn="1"/>
          </p:nvPicPr>
          <p:blipFill>
            <a:blip r:embed="rId2">
              <a:duotone>
                <a:prstClr val="black"/>
                <a:schemeClr val="accent4">
                  <a:tint val="45000"/>
                  <a:satMod val="400000"/>
                </a:schemeClr>
              </a:duotone>
              <a:alphaModFix amt="10000"/>
            </a:blip>
            <a:stretch>
              <a:fillRect/>
            </a:stretch>
          </p:blipFill>
          <p:spPr>
            <a:xfrm rot="10800000">
              <a:off x="7435101" y="1222796"/>
              <a:ext cx="1494640" cy="2697907"/>
            </a:xfrm>
            <a:prstGeom prst="rect">
              <a:avLst/>
            </a:prstGeom>
          </p:spPr>
        </p:pic>
      </p:grpSp>
      <p:sp>
        <p:nvSpPr>
          <p:cNvPr id="2" name="Title 1">
            <a:extLst>
              <a:ext uri="{FF2B5EF4-FFF2-40B4-BE49-F238E27FC236}">
                <a16:creationId xmlns:a16="http://schemas.microsoft.com/office/drawing/2014/main" id="{4557F842-7B18-460F-4DEE-C4C010313DF1}"/>
              </a:ext>
            </a:extLst>
          </p:cNvPr>
          <p:cNvSpPr>
            <a:spLocks noGrp="1"/>
          </p:cNvSpPr>
          <p:nvPr>
            <p:ph type="title" hasCustomPrompt="1"/>
          </p:nvPr>
        </p:nvSpPr>
        <p:spPr>
          <a:xfrm>
            <a:off x="3800759" y="1853608"/>
            <a:ext cx="1542483" cy="267795"/>
          </a:xfrm>
          <a:prstGeom prst="rect">
            <a:avLst/>
          </a:prstGeom>
          <a:solidFill>
            <a:srgbClr val="032044"/>
          </a:solidFill>
        </p:spPr>
        <p:txBody>
          <a:bodyPr>
            <a:normAutofit/>
          </a:bodyPr>
          <a:lstStyle>
            <a:lvl1pPr algn="ctr">
              <a:lnSpc>
                <a:spcPct val="100000"/>
              </a:lnSpc>
              <a:defRPr sz="1050" b="1" cap="all" spc="300" baseline="0">
                <a:solidFill>
                  <a:srgbClr val="FFFFFF"/>
                </a:solidFill>
                <a:latin typeface="Aptos" panose="020B0004020202020204" pitchFamily="34" charset="0"/>
              </a:defRPr>
            </a:lvl1pPr>
          </a:lstStyle>
          <a:p>
            <a:r>
              <a:rPr lang="en-US" dirty="0"/>
              <a:t>statement</a:t>
            </a:r>
          </a:p>
        </p:txBody>
      </p:sp>
      <p:sp>
        <p:nvSpPr>
          <p:cNvPr id="22" name="Text Placeholder 21">
            <a:extLst>
              <a:ext uri="{FF2B5EF4-FFF2-40B4-BE49-F238E27FC236}">
                <a16:creationId xmlns:a16="http://schemas.microsoft.com/office/drawing/2014/main" id="{34FDCA78-6B61-0A37-F981-3595DD56E06B}"/>
              </a:ext>
            </a:extLst>
          </p:cNvPr>
          <p:cNvSpPr>
            <a:spLocks noGrp="1"/>
          </p:cNvSpPr>
          <p:nvPr>
            <p:ph type="body" sz="quarter" idx="13" hasCustomPrompt="1"/>
          </p:nvPr>
        </p:nvSpPr>
        <p:spPr>
          <a:xfrm>
            <a:off x="1928387" y="2323199"/>
            <a:ext cx="5286389" cy="512728"/>
          </a:xfrm>
          <a:prstGeom prst="rect">
            <a:avLst/>
          </a:prstGeom>
        </p:spPr>
        <p:txBody>
          <a:bodyPr wrap="none">
            <a:normAutofit/>
          </a:bodyPr>
          <a:lstStyle>
            <a:lvl1pPr algn="ctr">
              <a:buNone/>
              <a:defRPr sz="3000" b="1" cap="all" baseline="0">
                <a:solidFill>
                  <a:srgbClr val="FFFFFF"/>
                </a:solidFill>
              </a:defRPr>
            </a:lvl1pPr>
          </a:lstStyle>
          <a:p>
            <a:pPr lvl="0"/>
            <a:r>
              <a:rPr lang="en-US" dirty="0"/>
              <a:t>Big statement goes here</a:t>
            </a:r>
          </a:p>
        </p:txBody>
      </p:sp>
      <p:sp>
        <p:nvSpPr>
          <p:cNvPr id="20" name="Text Placeholder 19">
            <a:extLst>
              <a:ext uri="{FF2B5EF4-FFF2-40B4-BE49-F238E27FC236}">
                <a16:creationId xmlns:a16="http://schemas.microsoft.com/office/drawing/2014/main" id="{13CFB1E8-EF64-764C-83CF-190A0947F49D}"/>
              </a:ext>
            </a:extLst>
          </p:cNvPr>
          <p:cNvSpPr>
            <a:spLocks noGrp="1"/>
          </p:cNvSpPr>
          <p:nvPr>
            <p:ph type="body" sz="quarter" idx="12" hasCustomPrompt="1"/>
          </p:nvPr>
        </p:nvSpPr>
        <p:spPr>
          <a:xfrm>
            <a:off x="1483895" y="3005185"/>
            <a:ext cx="6175375" cy="622300"/>
          </a:xfrm>
          <a:prstGeom prst="rect">
            <a:avLst/>
          </a:prstGeom>
        </p:spPr>
        <p:txBody>
          <a:bodyPr>
            <a:normAutofit/>
          </a:bodyPr>
          <a:lstStyle>
            <a:lvl1pPr algn="ctr">
              <a:buNone/>
              <a:defRPr sz="1700">
                <a:solidFill>
                  <a:srgbClr val="FFFFFF"/>
                </a:solidFill>
                <a:latin typeface="Aptos" panose="020B0004020202020204" pitchFamily="34" charset="0"/>
              </a:defRPr>
            </a:lvl1pPr>
          </a:lstStyle>
          <a:p>
            <a:pPr lvl="0"/>
            <a:r>
              <a:rPr lang="en-US" sz="1700" dirty="0">
                <a:latin typeface="Aptos" panose="020B0004020202020204" pitchFamily="34" charset="0"/>
              </a:rPr>
              <a:t>A write-up follows the heading. Keep the most important information on the slide. Toss the rest in the speaker notes.</a:t>
            </a:r>
          </a:p>
        </p:txBody>
      </p:sp>
      <p:pic>
        <p:nvPicPr>
          <p:cNvPr id="3" name="Picture 2">
            <a:extLst>
              <a:ext uri="{FF2B5EF4-FFF2-40B4-BE49-F238E27FC236}">
                <a16:creationId xmlns:a16="http://schemas.microsoft.com/office/drawing/2014/main" id="{BDB26B66-8D00-C7FB-7E81-9B2BFFAD2340}"/>
              </a:ext>
            </a:extLst>
          </p:cNvPr>
          <p:cNvPicPr>
            <a:picLocks noChangeAspect="1"/>
          </p:cNvPicPr>
          <p:nvPr userDrawn="1"/>
        </p:nvPicPr>
        <p:blipFill>
          <a:blip r:embed="rId3"/>
          <a:srcRect/>
          <a:stretch/>
        </p:blipFill>
        <p:spPr>
          <a:xfrm>
            <a:off x="7348791" y="4601406"/>
            <a:ext cx="1650074" cy="511928"/>
          </a:xfrm>
          <a:prstGeom prst="rect">
            <a:avLst/>
          </a:prstGeom>
        </p:spPr>
      </p:pic>
    </p:spTree>
    <p:extLst>
      <p:ext uri="{BB962C8B-B14F-4D97-AF65-F5344CB8AC3E}">
        <p14:creationId xmlns:p14="http://schemas.microsoft.com/office/powerpoint/2010/main" val="551267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g Statement 3">
    <p:bg>
      <p:bgPr>
        <a:solidFill>
          <a:srgbClr val="D3430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7F842-7B18-460F-4DEE-C4C010313DF1}"/>
              </a:ext>
            </a:extLst>
          </p:cNvPr>
          <p:cNvSpPr>
            <a:spLocks noGrp="1"/>
          </p:cNvSpPr>
          <p:nvPr>
            <p:ph type="title" hasCustomPrompt="1"/>
          </p:nvPr>
        </p:nvSpPr>
        <p:spPr>
          <a:xfrm>
            <a:off x="3800759" y="1853608"/>
            <a:ext cx="1542483" cy="267795"/>
          </a:xfrm>
          <a:prstGeom prst="rect">
            <a:avLst/>
          </a:prstGeom>
          <a:solidFill>
            <a:srgbClr val="032044"/>
          </a:solidFill>
        </p:spPr>
        <p:txBody>
          <a:bodyPr>
            <a:normAutofit/>
          </a:bodyPr>
          <a:lstStyle>
            <a:lvl1pPr algn="ctr">
              <a:lnSpc>
                <a:spcPct val="100000"/>
              </a:lnSpc>
              <a:defRPr sz="1050" b="1" cap="all" spc="300" baseline="0">
                <a:solidFill>
                  <a:srgbClr val="FFFFFF"/>
                </a:solidFill>
                <a:latin typeface="Aptos" panose="020B0004020202020204" pitchFamily="34" charset="0"/>
              </a:defRPr>
            </a:lvl1pPr>
          </a:lstStyle>
          <a:p>
            <a:r>
              <a:rPr lang="en-US" dirty="0"/>
              <a:t>statement</a:t>
            </a:r>
          </a:p>
        </p:txBody>
      </p:sp>
      <p:sp>
        <p:nvSpPr>
          <p:cNvPr id="22" name="Text Placeholder 21">
            <a:extLst>
              <a:ext uri="{FF2B5EF4-FFF2-40B4-BE49-F238E27FC236}">
                <a16:creationId xmlns:a16="http://schemas.microsoft.com/office/drawing/2014/main" id="{34FDCA78-6B61-0A37-F981-3595DD56E06B}"/>
              </a:ext>
            </a:extLst>
          </p:cNvPr>
          <p:cNvSpPr>
            <a:spLocks noGrp="1"/>
          </p:cNvSpPr>
          <p:nvPr>
            <p:ph type="body" sz="quarter" idx="13" hasCustomPrompt="1"/>
          </p:nvPr>
        </p:nvSpPr>
        <p:spPr>
          <a:xfrm>
            <a:off x="1928387" y="2323199"/>
            <a:ext cx="5286389" cy="512728"/>
          </a:xfrm>
          <a:prstGeom prst="rect">
            <a:avLst/>
          </a:prstGeom>
        </p:spPr>
        <p:txBody>
          <a:bodyPr wrap="none">
            <a:normAutofit/>
          </a:bodyPr>
          <a:lstStyle>
            <a:lvl1pPr algn="ctr">
              <a:buNone/>
              <a:defRPr sz="3000" b="1" cap="all" baseline="0">
                <a:solidFill>
                  <a:srgbClr val="FFFFFF"/>
                </a:solidFill>
              </a:defRPr>
            </a:lvl1pPr>
          </a:lstStyle>
          <a:p>
            <a:pPr lvl="0"/>
            <a:r>
              <a:rPr lang="en-US" dirty="0"/>
              <a:t>Big statement goes here</a:t>
            </a:r>
          </a:p>
        </p:txBody>
      </p:sp>
      <p:sp>
        <p:nvSpPr>
          <p:cNvPr id="20" name="Text Placeholder 19">
            <a:extLst>
              <a:ext uri="{FF2B5EF4-FFF2-40B4-BE49-F238E27FC236}">
                <a16:creationId xmlns:a16="http://schemas.microsoft.com/office/drawing/2014/main" id="{13CFB1E8-EF64-764C-83CF-190A0947F49D}"/>
              </a:ext>
            </a:extLst>
          </p:cNvPr>
          <p:cNvSpPr>
            <a:spLocks noGrp="1"/>
          </p:cNvSpPr>
          <p:nvPr>
            <p:ph type="body" sz="quarter" idx="12" hasCustomPrompt="1"/>
          </p:nvPr>
        </p:nvSpPr>
        <p:spPr>
          <a:xfrm>
            <a:off x="1483895" y="3005185"/>
            <a:ext cx="6175375" cy="622300"/>
          </a:xfrm>
          <a:prstGeom prst="rect">
            <a:avLst/>
          </a:prstGeom>
        </p:spPr>
        <p:txBody>
          <a:bodyPr>
            <a:normAutofit/>
          </a:bodyPr>
          <a:lstStyle>
            <a:lvl1pPr algn="ctr">
              <a:buNone/>
              <a:defRPr sz="1700">
                <a:solidFill>
                  <a:srgbClr val="FFFFFF"/>
                </a:solidFill>
                <a:latin typeface="Aptos" panose="020B0004020202020204" pitchFamily="34" charset="0"/>
              </a:defRPr>
            </a:lvl1pPr>
          </a:lstStyle>
          <a:p>
            <a:pPr lvl="0"/>
            <a:r>
              <a:rPr lang="en-US" sz="1700" dirty="0">
                <a:latin typeface="Aptos" panose="020B0004020202020204" pitchFamily="34" charset="0"/>
              </a:rPr>
              <a:t>A write-up follows the heading. Keep the most important information on the slide. Toss the rest in the speaker notes.</a:t>
            </a:r>
          </a:p>
        </p:txBody>
      </p:sp>
      <p:grpSp>
        <p:nvGrpSpPr>
          <p:cNvPr id="4" name="Group 3">
            <a:extLst>
              <a:ext uri="{FF2B5EF4-FFF2-40B4-BE49-F238E27FC236}">
                <a16:creationId xmlns:a16="http://schemas.microsoft.com/office/drawing/2014/main" id="{87007BFB-BCA7-3165-7A96-5B61B0B92F65}"/>
              </a:ext>
            </a:extLst>
          </p:cNvPr>
          <p:cNvGrpSpPr/>
          <p:nvPr userDrawn="1"/>
        </p:nvGrpSpPr>
        <p:grpSpPr>
          <a:xfrm>
            <a:off x="286884" y="1230609"/>
            <a:ext cx="8569311" cy="2697907"/>
            <a:chOff x="360430" y="1222796"/>
            <a:chExt cx="8569311" cy="2697907"/>
          </a:xfrm>
        </p:grpSpPr>
        <p:pic>
          <p:nvPicPr>
            <p:cNvPr id="6" name="Picture 5">
              <a:extLst>
                <a:ext uri="{FF2B5EF4-FFF2-40B4-BE49-F238E27FC236}">
                  <a16:creationId xmlns:a16="http://schemas.microsoft.com/office/drawing/2014/main" id="{77438A77-6FA2-4802-0EEF-F8E6D1257924}"/>
                </a:ext>
              </a:extLst>
            </p:cNvPr>
            <p:cNvPicPr>
              <a:picLocks noChangeAspect="1"/>
            </p:cNvPicPr>
            <p:nvPr userDrawn="1"/>
          </p:nvPicPr>
          <p:blipFill>
            <a:blip r:embed="rId2">
              <a:alphaModFix amt="10000"/>
            </a:blip>
            <a:stretch>
              <a:fillRect/>
            </a:stretch>
          </p:blipFill>
          <p:spPr>
            <a:xfrm>
              <a:off x="360430" y="1222796"/>
              <a:ext cx="1494640" cy="2697907"/>
            </a:xfrm>
            <a:prstGeom prst="rect">
              <a:avLst/>
            </a:prstGeom>
          </p:spPr>
        </p:pic>
        <p:pic>
          <p:nvPicPr>
            <p:cNvPr id="8" name="Picture 7">
              <a:extLst>
                <a:ext uri="{FF2B5EF4-FFF2-40B4-BE49-F238E27FC236}">
                  <a16:creationId xmlns:a16="http://schemas.microsoft.com/office/drawing/2014/main" id="{42D5F55F-5914-B0B8-48F8-52E5FB50AF13}"/>
                </a:ext>
              </a:extLst>
            </p:cNvPr>
            <p:cNvPicPr>
              <a:picLocks noChangeAspect="1"/>
            </p:cNvPicPr>
            <p:nvPr userDrawn="1"/>
          </p:nvPicPr>
          <p:blipFill>
            <a:blip r:embed="rId2">
              <a:alphaModFix amt="10000"/>
            </a:blip>
            <a:stretch>
              <a:fillRect/>
            </a:stretch>
          </p:blipFill>
          <p:spPr>
            <a:xfrm rot="10800000">
              <a:off x="7435101" y="1222796"/>
              <a:ext cx="1494640" cy="2697907"/>
            </a:xfrm>
            <a:prstGeom prst="rect">
              <a:avLst/>
            </a:prstGeom>
          </p:spPr>
        </p:pic>
      </p:grpSp>
      <p:grpSp>
        <p:nvGrpSpPr>
          <p:cNvPr id="12" name="Group 11">
            <a:extLst>
              <a:ext uri="{FF2B5EF4-FFF2-40B4-BE49-F238E27FC236}">
                <a16:creationId xmlns:a16="http://schemas.microsoft.com/office/drawing/2014/main" id="{042FF047-F4A7-2C1F-4876-ADDDB6CC08A6}"/>
              </a:ext>
            </a:extLst>
          </p:cNvPr>
          <p:cNvGrpSpPr/>
          <p:nvPr userDrawn="1"/>
        </p:nvGrpSpPr>
        <p:grpSpPr>
          <a:xfrm>
            <a:off x="287345" y="1222796"/>
            <a:ext cx="8569311" cy="2697907"/>
            <a:chOff x="360430" y="1222796"/>
            <a:chExt cx="8569311" cy="2697907"/>
          </a:xfrm>
        </p:grpSpPr>
        <p:pic>
          <p:nvPicPr>
            <p:cNvPr id="14" name="Picture 13">
              <a:extLst>
                <a:ext uri="{FF2B5EF4-FFF2-40B4-BE49-F238E27FC236}">
                  <a16:creationId xmlns:a16="http://schemas.microsoft.com/office/drawing/2014/main" id="{729B55B7-5EFF-C74F-1B98-2267463F7D22}"/>
                </a:ext>
              </a:extLst>
            </p:cNvPr>
            <p:cNvPicPr>
              <a:picLocks noChangeAspect="1"/>
            </p:cNvPicPr>
            <p:nvPr userDrawn="1"/>
          </p:nvPicPr>
          <p:blipFill>
            <a:blip r:embed="rId2">
              <a:alphaModFix amt="10000"/>
            </a:blip>
            <a:stretch>
              <a:fillRect/>
            </a:stretch>
          </p:blipFill>
          <p:spPr>
            <a:xfrm>
              <a:off x="360430" y="1222796"/>
              <a:ext cx="1494640" cy="2697907"/>
            </a:xfrm>
            <a:prstGeom prst="rect">
              <a:avLst/>
            </a:prstGeom>
          </p:spPr>
        </p:pic>
        <p:pic>
          <p:nvPicPr>
            <p:cNvPr id="15" name="Picture 14">
              <a:extLst>
                <a:ext uri="{FF2B5EF4-FFF2-40B4-BE49-F238E27FC236}">
                  <a16:creationId xmlns:a16="http://schemas.microsoft.com/office/drawing/2014/main" id="{2B7F7109-D605-998A-E2BD-3B1C6B1113EB}"/>
                </a:ext>
              </a:extLst>
            </p:cNvPr>
            <p:cNvPicPr>
              <a:picLocks noChangeAspect="1"/>
            </p:cNvPicPr>
            <p:nvPr userDrawn="1"/>
          </p:nvPicPr>
          <p:blipFill>
            <a:blip r:embed="rId2">
              <a:alphaModFix amt="10000"/>
            </a:blip>
            <a:stretch>
              <a:fillRect/>
            </a:stretch>
          </p:blipFill>
          <p:spPr>
            <a:xfrm rot="10800000">
              <a:off x="7435101" y="1222796"/>
              <a:ext cx="1494640" cy="2697907"/>
            </a:xfrm>
            <a:prstGeom prst="rect">
              <a:avLst/>
            </a:prstGeom>
          </p:spPr>
        </p:pic>
      </p:grpSp>
      <p:pic>
        <p:nvPicPr>
          <p:cNvPr id="3" name="Picture 2">
            <a:extLst>
              <a:ext uri="{FF2B5EF4-FFF2-40B4-BE49-F238E27FC236}">
                <a16:creationId xmlns:a16="http://schemas.microsoft.com/office/drawing/2014/main" id="{C4F44DF9-2C7F-0947-2BAB-A66C789ADFAA}"/>
              </a:ext>
            </a:extLst>
          </p:cNvPr>
          <p:cNvPicPr>
            <a:picLocks noChangeAspect="1"/>
          </p:cNvPicPr>
          <p:nvPr userDrawn="1"/>
        </p:nvPicPr>
        <p:blipFill>
          <a:blip r:embed="rId3"/>
          <a:srcRect/>
          <a:stretch/>
        </p:blipFill>
        <p:spPr>
          <a:xfrm>
            <a:off x="7348791" y="4601406"/>
            <a:ext cx="1650074" cy="511928"/>
          </a:xfrm>
          <a:prstGeom prst="rect">
            <a:avLst/>
          </a:prstGeom>
        </p:spPr>
      </p:pic>
    </p:spTree>
    <p:extLst>
      <p:ext uri="{BB962C8B-B14F-4D97-AF65-F5344CB8AC3E}">
        <p14:creationId xmlns:p14="http://schemas.microsoft.com/office/powerpoint/2010/main" val="15697990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Statement 4">
    <p:bg>
      <p:bgPr>
        <a:solidFill>
          <a:srgbClr val="F8F4F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7F842-7B18-460F-4DEE-C4C010313DF1}"/>
              </a:ext>
            </a:extLst>
          </p:cNvPr>
          <p:cNvSpPr>
            <a:spLocks noGrp="1"/>
          </p:cNvSpPr>
          <p:nvPr>
            <p:ph type="title" hasCustomPrompt="1"/>
          </p:nvPr>
        </p:nvSpPr>
        <p:spPr>
          <a:xfrm>
            <a:off x="3800759" y="1853608"/>
            <a:ext cx="1542483" cy="267795"/>
          </a:xfrm>
          <a:prstGeom prst="rect">
            <a:avLst/>
          </a:prstGeom>
          <a:solidFill>
            <a:srgbClr val="D3430D"/>
          </a:solidFill>
        </p:spPr>
        <p:txBody>
          <a:bodyPr>
            <a:normAutofit/>
          </a:bodyPr>
          <a:lstStyle>
            <a:lvl1pPr algn="ctr">
              <a:lnSpc>
                <a:spcPct val="100000"/>
              </a:lnSpc>
              <a:defRPr sz="1050" b="1" cap="all" spc="300" baseline="0">
                <a:solidFill>
                  <a:srgbClr val="FFFFFF"/>
                </a:solidFill>
                <a:latin typeface="Aptos" panose="020B0004020202020204" pitchFamily="34" charset="0"/>
              </a:defRPr>
            </a:lvl1pPr>
          </a:lstStyle>
          <a:p>
            <a:r>
              <a:rPr lang="en-US" dirty="0"/>
              <a:t>statement</a:t>
            </a:r>
          </a:p>
        </p:txBody>
      </p:sp>
      <p:sp>
        <p:nvSpPr>
          <p:cNvPr id="22" name="Text Placeholder 21">
            <a:extLst>
              <a:ext uri="{FF2B5EF4-FFF2-40B4-BE49-F238E27FC236}">
                <a16:creationId xmlns:a16="http://schemas.microsoft.com/office/drawing/2014/main" id="{34FDCA78-6B61-0A37-F981-3595DD56E06B}"/>
              </a:ext>
            </a:extLst>
          </p:cNvPr>
          <p:cNvSpPr>
            <a:spLocks noGrp="1"/>
          </p:cNvSpPr>
          <p:nvPr>
            <p:ph type="body" sz="quarter" idx="13" hasCustomPrompt="1"/>
          </p:nvPr>
        </p:nvSpPr>
        <p:spPr>
          <a:xfrm>
            <a:off x="1928387" y="2323199"/>
            <a:ext cx="5286389" cy="512728"/>
          </a:xfrm>
          <a:prstGeom prst="rect">
            <a:avLst/>
          </a:prstGeom>
        </p:spPr>
        <p:txBody>
          <a:bodyPr wrap="none">
            <a:normAutofit/>
          </a:bodyPr>
          <a:lstStyle>
            <a:lvl1pPr algn="ctr">
              <a:buNone/>
              <a:defRPr sz="3000" b="1" cap="all" baseline="0">
                <a:solidFill>
                  <a:srgbClr val="032044"/>
                </a:solidFill>
              </a:defRPr>
            </a:lvl1pPr>
          </a:lstStyle>
          <a:p>
            <a:pPr lvl="0"/>
            <a:r>
              <a:rPr lang="en-US" dirty="0"/>
              <a:t>Big statement goes here</a:t>
            </a:r>
          </a:p>
        </p:txBody>
      </p:sp>
      <p:sp>
        <p:nvSpPr>
          <p:cNvPr id="20" name="Text Placeholder 19">
            <a:extLst>
              <a:ext uri="{FF2B5EF4-FFF2-40B4-BE49-F238E27FC236}">
                <a16:creationId xmlns:a16="http://schemas.microsoft.com/office/drawing/2014/main" id="{13CFB1E8-EF64-764C-83CF-190A0947F49D}"/>
              </a:ext>
            </a:extLst>
          </p:cNvPr>
          <p:cNvSpPr>
            <a:spLocks noGrp="1"/>
          </p:cNvSpPr>
          <p:nvPr>
            <p:ph type="body" sz="quarter" idx="12" hasCustomPrompt="1"/>
          </p:nvPr>
        </p:nvSpPr>
        <p:spPr>
          <a:xfrm>
            <a:off x="1483895" y="3005185"/>
            <a:ext cx="6175375" cy="622300"/>
          </a:xfrm>
          <a:prstGeom prst="rect">
            <a:avLst/>
          </a:prstGeom>
        </p:spPr>
        <p:txBody>
          <a:bodyPr>
            <a:normAutofit/>
          </a:bodyPr>
          <a:lstStyle>
            <a:lvl1pPr algn="ctr">
              <a:buNone/>
              <a:defRPr sz="1700">
                <a:solidFill>
                  <a:srgbClr val="032044"/>
                </a:solidFill>
                <a:latin typeface="Aptos" panose="020B0004020202020204" pitchFamily="34" charset="0"/>
              </a:defRPr>
            </a:lvl1pPr>
          </a:lstStyle>
          <a:p>
            <a:pPr lvl="0"/>
            <a:r>
              <a:rPr lang="en-US" sz="1700" dirty="0">
                <a:latin typeface="Aptos" panose="020B0004020202020204" pitchFamily="34" charset="0"/>
              </a:rPr>
              <a:t>A write-up follows the heading. Keep the most important information on the slide. Toss the rest in the speaker notes.</a:t>
            </a:r>
          </a:p>
        </p:txBody>
      </p:sp>
      <p:pic>
        <p:nvPicPr>
          <p:cNvPr id="9" name="Picture 8">
            <a:extLst>
              <a:ext uri="{FF2B5EF4-FFF2-40B4-BE49-F238E27FC236}">
                <a16:creationId xmlns:a16="http://schemas.microsoft.com/office/drawing/2014/main" id="{9F476571-35B4-3F14-CB00-6233FB3A9DD6}"/>
              </a:ext>
            </a:extLst>
          </p:cNvPr>
          <p:cNvPicPr>
            <a:picLocks noChangeAspect="1"/>
          </p:cNvPicPr>
          <p:nvPr userDrawn="1"/>
        </p:nvPicPr>
        <p:blipFill>
          <a:blip r:embed="rId2">
            <a:alphaModFix/>
            <a:lum bright="-2000"/>
          </a:blip>
          <a:stretch>
            <a:fillRect/>
          </a:stretch>
        </p:blipFill>
        <p:spPr>
          <a:xfrm>
            <a:off x="295124" y="1222796"/>
            <a:ext cx="1494640" cy="2697907"/>
          </a:xfrm>
          <a:prstGeom prst="rect">
            <a:avLst/>
          </a:prstGeom>
        </p:spPr>
      </p:pic>
      <p:pic>
        <p:nvPicPr>
          <p:cNvPr id="10" name="Picture 9">
            <a:extLst>
              <a:ext uri="{FF2B5EF4-FFF2-40B4-BE49-F238E27FC236}">
                <a16:creationId xmlns:a16="http://schemas.microsoft.com/office/drawing/2014/main" id="{462C70F7-A398-A57D-2727-2D404FFCE557}"/>
              </a:ext>
            </a:extLst>
          </p:cNvPr>
          <p:cNvPicPr>
            <a:picLocks noChangeAspect="1"/>
          </p:cNvPicPr>
          <p:nvPr userDrawn="1"/>
        </p:nvPicPr>
        <p:blipFill>
          <a:blip r:embed="rId2">
            <a:alphaModFix/>
            <a:lum bright="-2000"/>
          </a:blip>
          <a:stretch>
            <a:fillRect/>
          </a:stretch>
        </p:blipFill>
        <p:spPr>
          <a:xfrm rot="10800000">
            <a:off x="7369795" y="1222796"/>
            <a:ext cx="1494640" cy="2697907"/>
          </a:xfrm>
          <a:prstGeom prst="rect">
            <a:avLst/>
          </a:prstGeom>
        </p:spPr>
      </p:pic>
      <p:pic>
        <p:nvPicPr>
          <p:cNvPr id="3" name="Picture 2">
            <a:extLst>
              <a:ext uri="{FF2B5EF4-FFF2-40B4-BE49-F238E27FC236}">
                <a16:creationId xmlns:a16="http://schemas.microsoft.com/office/drawing/2014/main" id="{88FDEC3A-D879-BB66-4B12-C714922DF222}"/>
              </a:ext>
            </a:extLst>
          </p:cNvPr>
          <p:cNvPicPr>
            <a:picLocks noChangeAspect="1"/>
          </p:cNvPicPr>
          <p:nvPr userDrawn="1"/>
        </p:nvPicPr>
        <p:blipFill>
          <a:blip r:embed="rId3"/>
          <a:srcRect/>
          <a:stretch/>
        </p:blipFill>
        <p:spPr>
          <a:xfrm>
            <a:off x="7348791" y="4602597"/>
            <a:ext cx="1650074" cy="509546"/>
          </a:xfrm>
          <a:prstGeom prst="rect">
            <a:avLst/>
          </a:prstGeom>
        </p:spPr>
      </p:pic>
    </p:spTree>
    <p:extLst>
      <p:ext uri="{BB962C8B-B14F-4D97-AF65-F5344CB8AC3E}">
        <p14:creationId xmlns:p14="http://schemas.microsoft.com/office/powerpoint/2010/main" val="33066218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hoto 1">
    <p:bg>
      <p:bgPr>
        <a:solidFill>
          <a:srgbClr val="032044"/>
        </a:solidFill>
        <a:effectLst/>
      </p:bgPr>
    </p:bg>
    <p:spTree>
      <p:nvGrpSpPr>
        <p:cNvPr id="1" name=""/>
        <p:cNvGrpSpPr/>
        <p:nvPr/>
      </p:nvGrpSpPr>
      <p:grpSpPr>
        <a:xfrm>
          <a:off x="0" y="0"/>
          <a:ext cx="0" cy="0"/>
          <a:chOff x="0" y="0"/>
          <a:chExt cx="0" cy="0"/>
        </a:xfrm>
      </p:grpSpPr>
      <p:sp>
        <p:nvSpPr>
          <p:cNvPr id="80" name="Picture Placeholder 79">
            <a:extLst>
              <a:ext uri="{FF2B5EF4-FFF2-40B4-BE49-F238E27FC236}">
                <a16:creationId xmlns:a16="http://schemas.microsoft.com/office/drawing/2014/main" id="{D368DAEA-153D-6251-C925-4AA8D057B386}"/>
              </a:ext>
            </a:extLst>
          </p:cNvPr>
          <p:cNvSpPr>
            <a:spLocks noGrp="1"/>
          </p:cNvSpPr>
          <p:nvPr>
            <p:ph type="pic" sz="quarter" idx="10"/>
          </p:nvPr>
        </p:nvSpPr>
        <p:spPr>
          <a:xfrm>
            <a:off x="0" y="0"/>
            <a:ext cx="9144000" cy="5143500"/>
          </a:xfrm>
          <a:custGeom>
            <a:avLst/>
            <a:gdLst>
              <a:gd name="connsiteX0" fmla="*/ 3432128 w 9144000"/>
              <a:gd name="connsiteY0" fmla="*/ 0 h 5143500"/>
              <a:gd name="connsiteX1" fmla="*/ 5711875 w 9144000"/>
              <a:gd name="connsiteY1" fmla="*/ 0 h 5143500"/>
              <a:gd name="connsiteX2" fmla="*/ 5760081 w 9144000"/>
              <a:gd name="connsiteY2" fmla="*/ 70896 h 5143500"/>
              <a:gd name="connsiteX3" fmla="*/ 9130636 w 9144000"/>
              <a:gd name="connsiteY3" fmla="*/ 2346846 h 5143500"/>
              <a:gd name="connsiteX4" fmla="*/ 9144000 w 9144000"/>
              <a:gd name="connsiteY4" fmla="*/ 2349712 h 5143500"/>
              <a:gd name="connsiteX5" fmla="*/ 9144000 w 9144000"/>
              <a:gd name="connsiteY5" fmla="*/ 2793790 h 5143500"/>
              <a:gd name="connsiteX6" fmla="*/ 9130636 w 9144000"/>
              <a:gd name="connsiteY6" fmla="*/ 2796655 h 5143500"/>
              <a:gd name="connsiteX7" fmla="*/ 5760081 w 9144000"/>
              <a:gd name="connsiteY7" fmla="*/ 5072605 h 5143500"/>
              <a:gd name="connsiteX8" fmla="*/ 5711876 w 9144000"/>
              <a:gd name="connsiteY8" fmla="*/ 5143500 h 5143500"/>
              <a:gd name="connsiteX9" fmla="*/ 3432127 w 9144000"/>
              <a:gd name="connsiteY9" fmla="*/ 5143500 h 5143500"/>
              <a:gd name="connsiteX10" fmla="*/ 3383922 w 9144000"/>
              <a:gd name="connsiteY10" fmla="*/ 5072605 h 5143500"/>
              <a:gd name="connsiteX11" fmla="*/ 13365 w 9144000"/>
              <a:gd name="connsiteY11" fmla="*/ 2796655 h 5143500"/>
              <a:gd name="connsiteX12" fmla="*/ 0 w 9144000"/>
              <a:gd name="connsiteY12" fmla="*/ 2793789 h 5143500"/>
              <a:gd name="connsiteX13" fmla="*/ 0 w 9144000"/>
              <a:gd name="connsiteY13" fmla="*/ 2349712 h 5143500"/>
              <a:gd name="connsiteX14" fmla="*/ 13365 w 9144000"/>
              <a:gd name="connsiteY14" fmla="*/ 2346846 h 5143500"/>
              <a:gd name="connsiteX15" fmla="*/ 3383922 w 9144000"/>
              <a:gd name="connsiteY15" fmla="*/ 70896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144000" h="5143500">
                <a:moveTo>
                  <a:pt x="3432128" y="0"/>
                </a:moveTo>
                <a:lnTo>
                  <a:pt x="5711875" y="0"/>
                </a:lnTo>
                <a:lnTo>
                  <a:pt x="5760081" y="70896"/>
                </a:lnTo>
                <a:cubicBezTo>
                  <a:pt x="6558516" y="1193660"/>
                  <a:pt x="7748385" y="2018660"/>
                  <a:pt x="9130636" y="2346846"/>
                </a:cubicBezTo>
                <a:lnTo>
                  <a:pt x="9144000" y="2349712"/>
                </a:lnTo>
                <a:lnTo>
                  <a:pt x="9144000" y="2793790"/>
                </a:lnTo>
                <a:lnTo>
                  <a:pt x="9130636" y="2796655"/>
                </a:lnTo>
                <a:cubicBezTo>
                  <a:pt x="7748385" y="3124842"/>
                  <a:pt x="6558516" y="3949842"/>
                  <a:pt x="5760081" y="5072605"/>
                </a:cubicBezTo>
                <a:lnTo>
                  <a:pt x="5711876" y="5143500"/>
                </a:lnTo>
                <a:lnTo>
                  <a:pt x="3432127" y="5143500"/>
                </a:lnTo>
                <a:lnTo>
                  <a:pt x="3383922" y="5072605"/>
                </a:lnTo>
                <a:cubicBezTo>
                  <a:pt x="2585487" y="3949842"/>
                  <a:pt x="1395618" y="3124842"/>
                  <a:pt x="13365" y="2796655"/>
                </a:cubicBezTo>
                <a:lnTo>
                  <a:pt x="0" y="2793789"/>
                </a:lnTo>
                <a:lnTo>
                  <a:pt x="0" y="2349712"/>
                </a:lnTo>
                <a:lnTo>
                  <a:pt x="13365" y="2346846"/>
                </a:lnTo>
                <a:cubicBezTo>
                  <a:pt x="1395618" y="2018660"/>
                  <a:pt x="2585487" y="1193660"/>
                  <a:pt x="3383922" y="70896"/>
                </a:cubicBezTo>
                <a:close/>
              </a:path>
            </a:pathLst>
          </a:custGeom>
          <a:solidFill>
            <a:schemeClr val="bg1"/>
          </a:solidFill>
        </p:spPr>
        <p:txBody>
          <a:bodyPr wrap="square">
            <a:noAutofit/>
          </a:bodyPr>
          <a:lstStyle>
            <a:lvl1pPr marL="0" indent="0">
              <a:buNone/>
              <a:defRPr/>
            </a:lvl1pPr>
          </a:lstStyle>
          <a:p>
            <a:endParaRPr lang="en-US"/>
          </a:p>
        </p:txBody>
      </p:sp>
      <p:pic>
        <p:nvPicPr>
          <p:cNvPr id="2" name="Picture 1">
            <a:extLst>
              <a:ext uri="{FF2B5EF4-FFF2-40B4-BE49-F238E27FC236}">
                <a16:creationId xmlns:a16="http://schemas.microsoft.com/office/drawing/2014/main" id="{04A4CDA5-3839-2D55-848D-77099497CD8B}"/>
              </a:ext>
            </a:extLst>
          </p:cNvPr>
          <p:cNvPicPr>
            <a:picLocks noChangeAspect="1"/>
          </p:cNvPicPr>
          <p:nvPr userDrawn="1"/>
        </p:nvPicPr>
        <p:blipFill>
          <a:blip r:embed="rId2"/>
          <a:srcRect/>
          <a:stretch/>
        </p:blipFill>
        <p:spPr>
          <a:xfrm>
            <a:off x="7344937" y="4601406"/>
            <a:ext cx="1657783" cy="511928"/>
          </a:xfrm>
          <a:prstGeom prst="rect">
            <a:avLst/>
          </a:prstGeom>
        </p:spPr>
      </p:pic>
    </p:spTree>
    <p:extLst>
      <p:ext uri="{BB962C8B-B14F-4D97-AF65-F5344CB8AC3E}">
        <p14:creationId xmlns:p14="http://schemas.microsoft.com/office/powerpoint/2010/main" val="31389793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hoto 2">
    <p:bg>
      <p:bgPr>
        <a:solidFill>
          <a:srgbClr val="D3430D"/>
        </a:solidFill>
        <a:effectLst/>
      </p:bgPr>
    </p:bg>
    <p:spTree>
      <p:nvGrpSpPr>
        <p:cNvPr id="1" name=""/>
        <p:cNvGrpSpPr/>
        <p:nvPr/>
      </p:nvGrpSpPr>
      <p:grpSpPr>
        <a:xfrm>
          <a:off x="0" y="0"/>
          <a:ext cx="0" cy="0"/>
          <a:chOff x="0" y="0"/>
          <a:chExt cx="0" cy="0"/>
        </a:xfrm>
      </p:grpSpPr>
      <p:sp>
        <p:nvSpPr>
          <p:cNvPr id="80" name="Picture Placeholder 79">
            <a:extLst>
              <a:ext uri="{FF2B5EF4-FFF2-40B4-BE49-F238E27FC236}">
                <a16:creationId xmlns:a16="http://schemas.microsoft.com/office/drawing/2014/main" id="{D368DAEA-153D-6251-C925-4AA8D057B386}"/>
              </a:ext>
            </a:extLst>
          </p:cNvPr>
          <p:cNvSpPr>
            <a:spLocks noGrp="1"/>
          </p:cNvSpPr>
          <p:nvPr>
            <p:ph type="pic" sz="quarter" idx="10"/>
          </p:nvPr>
        </p:nvSpPr>
        <p:spPr>
          <a:xfrm>
            <a:off x="0" y="0"/>
            <a:ext cx="9144000" cy="5143500"/>
          </a:xfrm>
          <a:custGeom>
            <a:avLst/>
            <a:gdLst>
              <a:gd name="connsiteX0" fmla="*/ 3432128 w 9144000"/>
              <a:gd name="connsiteY0" fmla="*/ 0 h 5143500"/>
              <a:gd name="connsiteX1" fmla="*/ 5711875 w 9144000"/>
              <a:gd name="connsiteY1" fmla="*/ 0 h 5143500"/>
              <a:gd name="connsiteX2" fmla="*/ 5760081 w 9144000"/>
              <a:gd name="connsiteY2" fmla="*/ 70896 h 5143500"/>
              <a:gd name="connsiteX3" fmla="*/ 9130636 w 9144000"/>
              <a:gd name="connsiteY3" fmla="*/ 2346846 h 5143500"/>
              <a:gd name="connsiteX4" fmla="*/ 9144000 w 9144000"/>
              <a:gd name="connsiteY4" fmla="*/ 2349712 h 5143500"/>
              <a:gd name="connsiteX5" fmla="*/ 9144000 w 9144000"/>
              <a:gd name="connsiteY5" fmla="*/ 2793790 h 5143500"/>
              <a:gd name="connsiteX6" fmla="*/ 9130636 w 9144000"/>
              <a:gd name="connsiteY6" fmla="*/ 2796655 h 5143500"/>
              <a:gd name="connsiteX7" fmla="*/ 5760081 w 9144000"/>
              <a:gd name="connsiteY7" fmla="*/ 5072605 h 5143500"/>
              <a:gd name="connsiteX8" fmla="*/ 5711876 w 9144000"/>
              <a:gd name="connsiteY8" fmla="*/ 5143500 h 5143500"/>
              <a:gd name="connsiteX9" fmla="*/ 3432127 w 9144000"/>
              <a:gd name="connsiteY9" fmla="*/ 5143500 h 5143500"/>
              <a:gd name="connsiteX10" fmla="*/ 3383922 w 9144000"/>
              <a:gd name="connsiteY10" fmla="*/ 5072605 h 5143500"/>
              <a:gd name="connsiteX11" fmla="*/ 13365 w 9144000"/>
              <a:gd name="connsiteY11" fmla="*/ 2796655 h 5143500"/>
              <a:gd name="connsiteX12" fmla="*/ 0 w 9144000"/>
              <a:gd name="connsiteY12" fmla="*/ 2793789 h 5143500"/>
              <a:gd name="connsiteX13" fmla="*/ 0 w 9144000"/>
              <a:gd name="connsiteY13" fmla="*/ 2349712 h 5143500"/>
              <a:gd name="connsiteX14" fmla="*/ 13365 w 9144000"/>
              <a:gd name="connsiteY14" fmla="*/ 2346846 h 5143500"/>
              <a:gd name="connsiteX15" fmla="*/ 3383922 w 9144000"/>
              <a:gd name="connsiteY15" fmla="*/ 70896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144000" h="5143500">
                <a:moveTo>
                  <a:pt x="3432128" y="0"/>
                </a:moveTo>
                <a:lnTo>
                  <a:pt x="5711875" y="0"/>
                </a:lnTo>
                <a:lnTo>
                  <a:pt x="5760081" y="70896"/>
                </a:lnTo>
                <a:cubicBezTo>
                  <a:pt x="6558516" y="1193660"/>
                  <a:pt x="7748385" y="2018660"/>
                  <a:pt x="9130636" y="2346846"/>
                </a:cubicBezTo>
                <a:lnTo>
                  <a:pt x="9144000" y="2349712"/>
                </a:lnTo>
                <a:lnTo>
                  <a:pt x="9144000" y="2793790"/>
                </a:lnTo>
                <a:lnTo>
                  <a:pt x="9130636" y="2796655"/>
                </a:lnTo>
                <a:cubicBezTo>
                  <a:pt x="7748385" y="3124842"/>
                  <a:pt x="6558516" y="3949842"/>
                  <a:pt x="5760081" y="5072605"/>
                </a:cubicBezTo>
                <a:lnTo>
                  <a:pt x="5711876" y="5143500"/>
                </a:lnTo>
                <a:lnTo>
                  <a:pt x="3432127" y="5143500"/>
                </a:lnTo>
                <a:lnTo>
                  <a:pt x="3383922" y="5072605"/>
                </a:lnTo>
                <a:cubicBezTo>
                  <a:pt x="2585487" y="3949842"/>
                  <a:pt x="1395618" y="3124842"/>
                  <a:pt x="13365" y="2796655"/>
                </a:cubicBezTo>
                <a:lnTo>
                  <a:pt x="0" y="2793789"/>
                </a:lnTo>
                <a:lnTo>
                  <a:pt x="0" y="2349712"/>
                </a:lnTo>
                <a:lnTo>
                  <a:pt x="13365" y="2346846"/>
                </a:lnTo>
                <a:cubicBezTo>
                  <a:pt x="1395618" y="2018660"/>
                  <a:pt x="2585487" y="1193660"/>
                  <a:pt x="3383922" y="70896"/>
                </a:cubicBezTo>
                <a:close/>
              </a:path>
            </a:pathLst>
          </a:custGeom>
          <a:solidFill>
            <a:schemeClr val="bg1"/>
          </a:solidFill>
        </p:spPr>
        <p:txBody>
          <a:bodyPr wrap="square">
            <a:noAutofit/>
          </a:bodyPr>
          <a:lstStyle>
            <a:lvl1pPr marL="0" indent="0">
              <a:buNone/>
              <a:defRPr/>
            </a:lvl1pPr>
          </a:lstStyle>
          <a:p>
            <a:endParaRPr lang="en-US"/>
          </a:p>
        </p:txBody>
      </p:sp>
      <p:pic>
        <p:nvPicPr>
          <p:cNvPr id="2" name="Picture 1">
            <a:extLst>
              <a:ext uri="{FF2B5EF4-FFF2-40B4-BE49-F238E27FC236}">
                <a16:creationId xmlns:a16="http://schemas.microsoft.com/office/drawing/2014/main" id="{C375AB2E-3D08-00C5-7B14-8BEB38978241}"/>
              </a:ext>
            </a:extLst>
          </p:cNvPr>
          <p:cNvPicPr>
            <a:picLocks noChangeAspect="1"/>
          </p:cNvPicPr>
          <p:nvPr userDrawn="1"/>
        </p:nvPicPr>
        <p:blipFill>
          <a:blip r:embed="rId2"/>
          <a:srcRect/>
          <a:stretch/>
        </p:blipFill>
        <p:spPr>
          <a:xfrm>
            <a:off x="7348791" y="4601406"/>
            <a:ext cx="1650074" cy="511928"/>
          </a:xfrm>
          <a:prstGeom prst="rect">
            <a:avLst/>
          </a:prstGeom>
        </p:spPr>
      </p:pic>
    </p:spTree>
    <p:extLst>
      <p:ext uri="{BB962C8B-B14F-4D97-AF65-F5344CB8AC3E}">
        <p14:creationId xmlns:p14="http://schemas.microsoft.com/office/powerpoint/2010/main" val="12367647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 3">
    <p:bg>
      <p:bgPr>
        <a:solidFill>
          <a:srgbClr val="265BF7"/>
        </a:solidFill>
        <a:effectLst/>
      </p:bgPr>
    </p:bg>
    <p:spTree>
      <p:nvGrpSpPr>
        <p:cNvPr id="1" name=""/>
        <p:cNvGrpSpPr/>
        <p:nvPr/>
      </p:nvGrpSpPr>
      <p:grpSpPr>
        <a:xfrm>
          <a:off x="0" y="0"/>
          <a:ext cx="0" cy="0"/>
          <a:chOff x="0" y="0"/>
          <a:chExt cx="0" cy="0"/>
        </a:xfrm>
      </p:grpSpPr>
      <p:sp>
        <p:nvSpPr>
          <p:cNvPr id="80" name="Picture Placeholder 79">
            <a:extLst>
              <a:ext uri="{FF2B5EF4-FFF2-40B4-BE49-F238E27FC236}">
                <a16:creationId xmlns:a16="http://schemas.microsoft.com/office/drawing/2014/main" id="{D368DAEA-153D-6251-C925-4AA8D057B386}"/>
              </a:ext>
            </a:extLst>
          </p:cNvPr>
          <p:cNvSpPr>
            <a:spLocks noGrp="1"/>
          </p:cNvSpPr>
          <p:nvPr>
            <p:ph type="pic" sz="quarter" idx="10"/>
          </p:nvPr>
        </p:nvSpPr>
        <p:spPr>
          <a:xfrm>
            <a:off x="0" y="0"/>
            <a:ext cx="9144000" cy="5143500"/>
          </a:xfrm>
          <a:custGeom>
            <a:avLst/>
            <a:gdLst>
              <a:gd name="connsiteX0" fmla="*/ 3432128 w 9144000"/>
              <a:gd name="connsiteY0" fmla="*/ 0 h 5143500"/>
              <a:gd name="connsiteX1" fmla="*/ 5711875 w 9144000"/>
              <a:gd name="connsiteY1" fmla="*/ 0 h 5143500"/>
              <a:gd name="connsiteX2" fmla="*/ 5760081 w 9144000"/>
              <a:gd name="connsiteY2" fmla="*/ 70896 h 5143500"/>
              <a:gd name="connsiteX3" fmla="*/ 9130636 w 9144000"/>
              <a:gd name="connsiteY3" fmla="*/ 2346846 h 5143500"/>
              <a:gd name="connsiteX4" fmla="*/ 9144000 w 9144000"/>
              <a:gd name="connsiteY4" fmla="*/ 2349712 h 5143500"/>
              <a:gd name="connsiteX5" fmla="*/ 9144000 w 9144000"/>
              <a:gd name="connsiteY5" fmla="*/ 2793790 h 5143500"/>
              <a:gd name="connsiteX6" fmla="*/ 9130636 w 9144000"/>
              <a:gd name="connsiteY6" fmla="*/ 2796655 h 5143500"/>
              <a:gd name="connsiteX7" fmla="*/ 5760081 w 9144000"/>
              <a:gd name="connsiteY7" fmla="*/ 5072605 h 5143500"/>
              <a:gd name="connsiteX8" fmla="*/ 5711876 w 9144000"/>
              <a:gd name="connsiteY8" fmla="*/ 5143500 h 5143500"/>
              <a:gd name="connsiteX9" fmla="*/ 3432127 w 9144000"/>
              <a:gd name="connsiteY9" fmla="*/ 5143500 h 5143500"/>
              <a:gd name="connsiteX10" fmla="*/ 3383922 w 9144000"/>
              <a:gd name="connsiteY10" fmla="*/ 5072605 h 5143500"/>
              <a:gd name="connsiteX11" fmla="*/ 13365 w 9144000"/>
              <a:gd name="connsiteY11" fmla="*/ 2796655 h 5143500"/>
              <a:gd name="connsiteX12" fmla="*/ 0 w 9144000"/>
              <a:gd name="connsiteY12" fmla="*/ 2793789 h 5143500"/>
              <a:gd name="connsiteX13" fmla="*/ 0 w 9144000"/>
              <a:gd name="connsiteY13" fmla="*/ 2349712 h 5143500"/>
              <a:gd name="connsiteX14" fmla="*/ 13365 w 9144000"/>
              <a:gd name="connsiteY14" fmla="*/ 2346846 h 5143500"/>
              <a:gd name="connsiteX15" fmla="*/ 3383922 w 9144000"/>
              <a:gd name="connsiteY15" fmla="*/ 70896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144000" h="5143500">
                <a:moveTo>
                  <a:pt x="3432128" y="0"/>
                </a:moveTo>
                <a:lnTo>
                  <a:pt x="5711875" y="0"/>
                </a:lnTo>
                <a:lnTo>
                  <a:pt x="5760081" y="70896"/>
                </a:lnTo>
                <a:cubicBezTo>
                  <a:pt x="6558516" y="1193660"/>
                  <a:pt x="7748385" y="2018660"/>
                  <a:pt x="9130636" y="2346846"/>
                </a:cubicBezTo>
                <a:lnTo>
                  <a:pt x="9144000" y="2349712"/>
                </a:lnTo>
                <a:lnTo>
                  <a:pt x="9144000" y="2793790"/>
                </a:lnTo>
                <a:lnTo>
                  <a:pt x="9130636" y="2796655"/>
                </a:lnTo>
                <a:cubicBezTo>
                  <a:pt x="7748385" y="3124842"/>
                  <a:pt x="6558516" y="3949842"/>
                  <a:pt x="5760081" y="5072605"/>
                </a:cubicBezTo>
                <a:lnTo>
                  <a:pt x="5711876" y="5143500"/>
                </a:lnTo>
                <a:lnTo>
                  <a:pt x="3432127" y="5143500"/>
                </a:lnTo>
                <a:lnTo>
                  <a:pt x="3383922" y="5072605"/>
                </a:lnTo>
                <a:cubicBezTo>
                  <a:pt x="2585487" y="3949842"/>
                  <a:pt x="1395618" y="3124842"/>
                  <a:pt x="13365" y="2796655"/>
                </a:cubicBezTo>
                <a:lnTo>
                  <a:pt x="0" y="2793789"/>
                </a:lnTo>
                <a:lnTo>
                  <a:pt x="0" y="2349712"/>
                </a:lnTo>
                <a:lnTo>
                  <a:pt x="13365" y="2346846"/>
                </a:lnTo>
                <a:cubicBezTo>
                  <a:pt x="1395618" y="2018660"/>
                  <a:pt x="2585487" y="1193660"/>
                  <a:pt x="3383922" y="70896"/>
                </a:cubicBezTo>
                <a:close/>
              </a:path>
            </a:pathLst>
          </a:custGeom>
          <a:solidFill>
            <a:schemeClr val="bg1"/>
          </a:solidFill>
        </p:spPr>
        <p:txBody>
          <a:bodyPr wrap="square">
            <a:noAutofit/>
          </a:bodyPr>
          <a:lstStyle>
            <a:lvl1pPr marL="0" indent="0">
              <a:buNone/>
              <a:defRPr/>
            </a:lvl1pPr>
          </a:lstStyle>
          <a:p>
            <a:endParaRPr lang="en-US"/>
          </a:p>
        </p:txBody>
      </p:sp>
      <p:pic>
        <p:nvPicPr>
          <p:cNvPr id="2" name="Picture 1">
            <a:extLst>
              <a:ext uri="{FF2B5EF4-FFF2-40B4-BE49-F238E27FC236}">
                <a16:creationId xmlns:a16="http://schemas.microsoft.com/office/drawing/2014/main" id="{EB21439D-CDD6-D4CA-1A28-FDFDC352A3A8}"/>
              </a:ext>
            </a:extLst>
          </p:cNvPr>
          <p:cNvPicPr>
            <a:picLocks noChangeAspect="1"/>
          </p:cNvPicPr>
          <p:nvPr userDrawn="1"/>
        </p:nvPicPr>
        <p:blipFill>
          <a:blip r:embed="rId2"/>
          <a:srcRect/>
          <a:stretch/>
        </p:blipFill>
        <p:spPr>
          <a:xfrm>
            <a:off x="7348791" y="4601406"/>
            <a:ext cx="1650074" cy="511928"/>
          </a:xfrm>
          <a:prstGeom prst="rect">
            <a:avLst/>
          </a:prstGeom>
        </p:spPr>
      </p:pic>
    </p:spTree>
    <p:extLst>
      <p:ext uri="{BB962C8B-B14F-4D97-AF65-F5344CB8AC3E}">
        <p14:creationId xmlns:p14="http://schemas.microsoft.com/office/powerpoint/2010/main" val="35594037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hoto 4">
    <p:bg>
      <p:bgPr>
        <a:solidFill>
          <a:srgbClr val="F8F4F1"/>
        </a:solidFill>
        <a:effectLst/>
      </p:bgPr>
    </p:bg>
    <p:spTree>
      <p:nvGrpSpPr>
        <p:cNvPr id="1" name=""/>
        <p:cNvGrpSpPr/>
        <p:nvPr/>
      </p:nvGrpSpPr>
      <p:grpSpPr>
        <a:xfrm>
          <a:off x="0" y="0"/>
          <a:ext cx="0" cy="0"/>
          <a:chOff x="0" y="0"/>
          <a:chExt cx="0" cy="0"/>
        </a:xfrm>
      </p:grpSpPr>
      <p:sp>
        <p:nvSpPr>
          <p:cNvPr id="80" name="Picture Placeholder 79">
            <a:extLst>
              <a:ext uri="{FF2B5EF4-FFF2-40B4-BE49-F238E27FC236}">
                <a16:creationId xmlns:a16="http://schemas.microsoft.com/office/drawing/2014/main" id="{D368DAEA-153D-6251-C925-4AA8D057B386}"/>
              </a:ext>
            </a:extLst>
          </p:cNvPr>
          <p:cNvSpPr>
            <a:spLocks noGrp="1"/>
          </p:cNvSpPr>
          <p:nvPr>
            <p:ph type="pic" sz="quarter" idx="10"/>
          </p:nvPr>
        </p:nvSpPr>
        <p:spPr>
          <a:xfrm>
            <a:off x="0" y="0"/>
            <a:ext cx="9144000" cy="5143500"/>
          </a:xfrm>
          <a:custGeom>
            <a:avLst/>
            <a:gdLst>
              <a:gd name="connsiteX0" fmla="*/ 3432128 w 9144000"/>
              <a:gd name="connsiteY0" fmla="*/ 0 h 5143500"/>
              <a:gd name="connsiteX1" fmla="*/ 5711875 w 9144000"/>
              <a:gd name="connsiteY1" fmla="*/ 0 h 5143500"/>
              <a:gd name="connsiteX2" fmla="*/ 5760081 w 9144000"/>
              <a:gd name="connsiteY2" fmla="*/ 70896 h 5143500"/>
              <a:gd name="connsiteX3" fmla="*/ 9130636 w 9144000"/>
              <a:gd name="connsiteY3" fmla="*/ 2346846 h 5143500"/>
              <a:gd name="connsiteX4" fmla="*/ 9144000 w 9144000"/>
              <a:gd name="connsiteY4" fmla="*/ 2349712 h 5143500"/>
              <a:gd name="connsiteX5" fmla="*/ 9144000 w 9144000"/>
              <a:gd name="connsiteY5" fmla="*/ 2793790 h 5143500"/>
              <a:gd name="connsiteX6" fmla="*/ 9130636 w 9144000"/>
              <a:gd name="connsiteY6" fmla="*/ 2796655 h 5143500"/>
              <a:gd name="connsiteX7" fmla="*/ 5760081 w 9144000"/>
              <a:gd name="connsiteY7" fmla="*/ 5072605 h 5143500"/>
              <a:gd name="connsiteX8" fmla="*/ 5711876 w 9144000"/>
              <a:gd name="connsiteY8" fmla="*/ 5143500 h 5143500"/>
              <a:gd name="connsiteX9" fmla="*/ 3432127 w 9144000"/>
              <a:gd name="connsiteY9" fmla="*/ 5143500 h 5143500"/>
              <a:gd name="connsiteX10" fmla="*/ 3383922 w 9144000"/>
              <a:gd name="connsiteY10" fmla="*/ 5072605 h 5143500"/>
              <a:gd name="connsiteX11" fmla="*/ 13365 w 9144000"/>
              <a:gd name="connsiteY11" fmla="*/ 2796655 h 5143500"/>
              <a:gd name="connsiteX12" fmla="*/ 0 w 9144000"/>
              <a:gd name="connsiteY12" fmla="*/ 2793789 h 5143500"/>
              <a:gd name="connsiteX13" fmla="*/ 0 w 9144000"/>
              <a:gd name="connsiteY13" fmla="*/ 2349712 h 5143500"/>
              <a:gd name="connsiteX14" fmla="*/ 13365 w 9144000"/>
              <a:gd name="connsiteY14" fmla="*/ 2346846 h 5143500"/>
              <a:gd name="connsiteX15" fmla="*/ 3383922 w 9144000"/>
              <a:gd name="connsiteY15" fmla="*/ 70896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144000" h="5143500">
                <a:moveTo>
                  <a:pt x="3432128" y="0"/>
                </a:moveTo>
                <a:lnTo>
                  <a:pt x="5711875" y="0"/>
                </a:lnTo>
                <a:lnTo>
                  <a:pt x="5760081" y="70896"/>
                </a:lnTo>
                <a:cubicBezTo>
                  <a:pt x="6558516" y="1193660"/>
                  <a:pt x="7748385" y="2018660"/>
                  <a:pt x="9130636" y="2346846"/>
                </a:cubicBezTo>
                <a:lnTo>
                  <a:pt x="9144000" y="2349712"/>
                </a:lnTo>
                <a:lnTo>
                  <a:pt x="9144000" y="2793790"/>
                </a:lnTo>
                <a:lnTo>
                  <a:pt x="9130636" y="2796655"/>
                </a:lnTo>
                <a:cubicBezTo>
                  <a:pt x="7748385" y="3124842"/>
                  <a:pt x="6558516" y="3949842"/>
                  <a:pt x="5760081" y="5072605"/>
                </a:cubicBezTo>
                <a:lnTo>
                  <a:pt x="5711876" y="5143500"/>
                </a:lnTo>
                <a:lnTo>
                  <a:pt x="3432127" y="5143500"/>
                </a:lnTo>
                <a:lnTo>
                  <a:pt x="3383922" y="5072605"/>
                </a:lnTo>
                <a:cubicBezTo>
                  <a:pt x="2585487" y="3949842"/>
                  <a:pt x="1395618" y="3124842"/>
                  <a:pt x="13365" y="2796655"/>
                </a:cubicBezTo>
                <a:lnTo>
                  <a:pt x="0" y="2793789"/>
                </a:lnTo>
                <a:lnTo>
                  <a:pt x="0" y="2349712"/>
                </a:lnTo>
                <a:lnTo>
                  <a:pt x="13365" y="2346846"/>
                </a:lnTo>
                <a:cubicBezTo>
                  <a:pt x="1395618" y="2018660"/>
                  <a:pt x="2585487" y="1193660"/>
                  <a:pt x="3383922" y="70896"/>
                </a:cubicBezTo>
                <a:close/>
              </a:path>
            </a:pathLst>
          </a:custGeom>
          <a:solidFill>
            <a:schemeClr val="bg1"/>
          </a:solidFill>
        </p:spPr>
        <p:txBody>
          <a:bodyPr wrap="square">
            <a:noAutofit/>
          </a:bodyPr>
          <a:lstStyle>
            <a:lvl1pPr marL="0" indent="0">
              <a:buNone/>
              <a:defRPr/>
            </a:lvl1pPr>
          </a:lstStyle>
          <a:p>
            <a:endParaRPr lang="en-US"/>
          </a:p>
        </p:txBody>
      </p:sp>
      <p:pic>
        <p:nvPicPr>
          <p:cNvPr id="2" name="Picture 1">
            <a:extLst>
              <a:ext uri="{FF2B5EF4-FFF2-40B4-BE49-F238E27FC236}">
                <a16:creationId xmlns:a16="http://schemas.microsoft.com/office/drawing/2014/main" id="{BDFEE6E2-532B-3651-6ED2-EA8AE8F771E0}"/>
              </a:ext>
            </a:extLst>
          </p:cNvPr>
          <p:cNvPicPr>
            <a:picLocks noChangeAspect="1"/>
          </p:cNvPicPr>
          <p:nvPr userDrawn="1"/>
        </p:nvPicPr>
        <p:blipFill>
          <a:blip r:embed="rId2"/>
          <a:srcRect/>
          <a:stretch/>
        </p:blipFill>
        <p:spPr>
          <a:xfrm>
            <a:off x="7348791" y="4602597"/>
            <a:ext cx="1650074" cy="509546"/>
          </a:xfrm>
          <a:prstGeom prst="rect">
            <a:avLst/>
          </a:prstGeom>
        </p:spPr>
      </p:pic>
    </p:spTree>
    <p:extLst>
      <p:ext uri="{BB962C8B-B14F-4D97-AF65-F5344CB8AC3E}">
        <p14:creationId xmlns:p14="http://schemas.microsoft.com/office/powerpoint/2010/main" val="2826040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ading, Subheading, Photo 1">
    <p:bg>
      <p:bgPr>
        <a:solidFill>
          <a:srgbClr val="032044"/>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17B60D-25F5-0FFC-8059-2541D581D9D3}"/>
              </a:ext>
            </a:extLst>
          </p:cNvPr>
          <p:cNvSpPr>
            <a:spLocks noGrp="1"/>
          </p:cNvSpPr>
          <p:nvPr>
            <p:ph type="title" hasCustomPrompt="1"/>
          </p:nvPr>
        </p:nvSpPr>
        <p:spPr>
          <a:xfrm>
            <a:off x="613940" y="427555"/>
            <a:ext cx="6865844" cy="426847"/>
          </a:xfrm>
          <a:prstGeom prst="rect">
            <a:avLst/>
          </a:prstGeom>
        </p:spPr>
        <p:txBody>
          <a:bodyPr/>
          <a:lstStyle>
            <a:lvl1pPr>
              <a:defRPr sz="2400" b="1">
                <a:solidFill>
                  <a:srgbClr val="FFFFFF"/>
                </a:solidFill>
                <a:latin typeface="Aptos" panose="020B0004020202020204" pitchFamily="34" charset="0"/>
              </a:defRPr>
            </a:lvl1pPr>
          </a:lstStyle>
          <a:p>
            <a:r>
              <a:rPr lang="en-US" dirty="0"/>
              <a:t>This is a heading</a:t>
            </a:r>
          </a:p>
        </p:txBody>
      </p:sp>
      <p:sp>
        <p:nvSpPr>
          <p:cNvPr id="16" name="Text Placeholder 15">
            <a:extLst>
              <a:ext uri="{FF2B5EF4-FFF2-40B4-BE49-F238E27FC236}">
                <a16:creationId xmlns:a16="http://schemas.microsoft.com/office/drawing/2014/main" id="{546BE5DF-5328-B7B6-D401-40EFE7B49CE7}"/>
              </a:ext>
            </a:extLst>
          </p:cNvPr>
          <p:cNvSpPr>
            <a:spLocks noGrp="1"/>
          </p:cNvSpPr>
          <p:nvPr>
            <p:ph type="body" sz="quarter" idx="11" hasCustomPrompt="1"/>
          </p:nvPr>
        </p:nvSpPr>
        <p:spPr>
          <a:xfrm>
            <a:off x="613940" y="1117338"/>
            <a:ext cx="5312664" cy="343235"/>
          </a:xfrm>
          <a:prstGeom prst="rect">
            <a:avLst/>
          </a:prstGeom>
        </p:spPr>
        <p:txBody>
          <a:bodyPr>
            <a:spAutoFit/>
          </a:bodyPr>
          <a:lstStyle>
            <a:lvl1pPr>
              <a:buNone/>
              <a:defRPr sz="1800" b="1" cap="all" baseline="0">
                <a:solidFill>
                  <a:srgbClr val="F15922"/>
                </a:solidFill>
              </a:defRPr>
            </a:lvl1pPr>
          </a:lstStyle>
          <a:p>
            <a:pPr lvl="0"/>
            <a:r>
              <a:rPr lang="en-US" dirty="0"/>
              <a:t>Subheading here</a:t>
            </a:r>
          </a:p>
        </p:txBody>
      </p:sp>
      <p:sp>
        <p:nvSpPr>
          <p:cNvPr id="18" name="Text Placeholder 17">
            <a:extLst>
              <a:ext uri="{FF2B5EF4-FFF2-40B4-BE49-F238E27FC236}">
                <a16:creationId xmlns:a16="http://schemas.microsoft.com/office/drawing/2014/main" id="{D7B0231E-CC09-B5F5-DD81-FBF1D8FCAA33}"/>
              </a:ext>
            </a:extLst>
          </p:cNvPr>
          <p:cNvSpPr>
            <a:spLocks noGrp="1"/>
          </p:cNvSpPr>
          <p:nvPr>
            <p:ph type="body" sz="quarter" idx="12" hasCustomPrompt="1"/>
          </p:nvPr>
        </p:nvSpPr>
        <p:spPr>
          <a:xfrm>
            <a:off x="612648" y="1545336"/>
            <a:ext cx="4197096" cy="315407"/>
          </a:xfrm>
          <a:prstGeom prst="rect">
            <a:avLst/>
          </a:prstGeom>
        </p:spPr>
        <p:txBody>
          <a:bodyPr>
            <a:spAutoFit/>
          </a:bodyPr>
          <a:lstStyle>
            <a:lvl1pPr>
              <a:buNone/>
              <a:defRPr sz="1600">
                <a:solidFill>
                  <a:srgbClr val="FFFFFF"/>
                </a:solidFill>
              </a:defRPr>
            </a:lvl1pPr>
          </a:lstStyle>
          <a:p>
            <a:pPr lvl="0"/>
            <a:r>
              <a:rPr lang="en-US" dirty="0"/>
              <a:t>A write-up follows the heading.</a:t>
            </a:r>
          </a:p>
        </p:txBody>
      </p:sp>
      <p:sp>
        <p:nvSpPr>
          <p:cNvPr id="26" name="Picture Placeholder 25">
            <a:extLst>
              <a:ext uri="{FF2B5EF4-FFF2-40B4-BE49-F238E27FC236}">
                <a16:creationId xmlns:a16="http://schemas.microsoft.com/office/drawing/2014/main" id="{1263882D-C0DF-0749-9DF6-01076689CB8D}"/>
              </a:ext>
            </a:extLst>
          </p:cNvPr>
          <p:cNvSpPr>
            <a:spLocks noGrp="1"/>
          </p:cNvSpPr>
          <p:nvPr>
            <p:ph type="pic" sz="quarter" idx="10"/>
          </p:nvPr>
        </p:nvSpPr>
        <p:spPr>
          <a:xfrm>
            <a:off x="5066569" y="737959"/>
            <a:ext cx="3387881" cy="3387881"/>
          </a:xfrm>
          <a:custGeom>
            <a:avLst/>
            <a:gdLst>
              <a:gd name="connsiteX0" fmla="*/ 2074063 w 4148126"/>
              <a:gd name="connsiteY0" fmla="*/ 0 h 4148126"/>
              <a:gd name="connsiteX1" fmla="*/ 3667748 w 4148126"/>
              <a:gd name="connsiteY1" fmla="*/ 390371 h 4148126"/>
              <a:gd name="connsiteX2" fmla="*/ 3845329 w 4148126"/>
              <a:gd name="connsiteY2" fmla="*/ 267844 h 4148126"/>
              <a:gd name="connsiteX3" fmla="*/ 3880346 w 4148126"/>
              <a:gd name="connsiteY3" fmla="*/ 302861 h 4148126"/>
              <a:gd name="connsiteX4" fmla="*/ 3757755 w 4148126"/>
              <a:gd name="connsiteY4" fmla="*/ 480378 h 4148126"/>
              <a:gd name="connsiteX5" fmla="*/ 4148126 w 4148126"/>
              <a:gd name="connsiteY5" fmla="*/ 2074063 h 4148126"/>
              <a:gd name="connsiteX6" fmla="*/ 3757755 w 4148126"/>
              <a:gd name="connsiteY6" fmla="*/ 3667748 h 4148126"/>
              <a:gd name="connsiteX7" fmla="*/ 3880346 w 4148126"/>
              <a:gd name="connsiteY7" fmla="*/ 3845329 h 4148126"/>
              <a:gd name="connsiteX8" fmla="*/ 3845329 w 4148126"/>
              <a:gd name="connsiteY8" fmla="*/ 3880346 h 4148126"/>
              <a:gd name="connsiteX9" fmla="*/ 3667748 w 4148126"/>
              <a:gd name="connsiteY9" fmla="*/ 3757755 h 4148126"/>
              <a:gd name="connsiteX10" fmla="*/ 2074063 w 4148126"/>
              <a:gd name="connsiteY10" fmla="*/ 4148126 h 4148126"/>
              <a:gd name="connsiteX11" fmla="*/ 480378 w 4148126"/>
              <a:gd name="connsiteY11" fmla="*/ 3757755 h 4148126"/>
              <a:gd name="connsiteX12" fmla="*/ 302861 w 4148126"/>
              <a:gd name="connsiteY12" fmla="*/ 3880346 h 4148126"/>
              <a:gd name="connsiteX13" fmla="*/ 267780 w 4148126"/>
              <a:gd name="connsiteY13" fmla="*/ 3845329 h 4148126"/>
              <a:gd name="connsiteX14" fmla="*/ 390371 w 4148126"/>
              <a:gd name="connsiteY14" fmla="*/ 3667748 h 4148126"/>
              <a:gd name="connsiteX15" fmla="*/ 0 w 4148126"/>
              <a:gd name="connsiteY15" fmla="*/ 2074063 h 4148126"/>
              <a:gd name="connsiteX16" fmla="*/ 390371 w 4148126"/>
              <a:gd name="connsiteY16" fmla="*/ 480378 h 4148126"/>
              <a:gd name="connsiteX17" fmla="*/ 267780 w 4148126"/>
              <a:gd name="connsiteY17" fmla="*/ 302861 h 4148126"/>
              <a:gd name="connsiteX18" fmla="*/ 302861 w 4148126"/>
              <a:gd name="connsiteY18" fmla="*/ 267844 h 4148126"/>
              <a:gd name="connsiteX19" fmla="*/ 480378 w 4148126"/>
              <a:gd name="connsiteY19" fmla="*/ 390371 h 4148126"/>
              <a:gd name="connsiteX20" fmla="*/ 2074063 w 4148126"/>
              <a:gd name="connsiteY20" fmla="*/ 0 h 414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48126" h="4148126">
                <a:moveTo>
                  <a:pt x="2074063" y="0"/>
                </a:moveTo>
                <a:cubicBezTo>
                  <a:pt x="2573006" y="521092"/>
                  <a:pt x="3156066" y="692528"/>
                  <a:pt x="3667748" y="390371"/>
                </a:cubicBezTo>
                <a:cubicBezTo>
                  <a:pt x="3720241" y="357851"/>
                  <a:pt x="3792836" y="310415"/>
                  <a:pt x="3845329" y="267844"/>
                </a:cubicBezTo>
                <a:lnTo>
                  <a:pt x="3880346" y="302861"/>
                </a:lnTo>
                <a:cubicBezTo>
                  <a:pt x="3837839" y="355418"/>
                  <a:pt x="3790275" y="427949"/>
                  <a:pt x="3757755" y="480378"/>
                </a:cubicBezTo>
                <a:cubicBezTo>
                  <a:pt x="3455598" y="992124"/>
                  <a:pt x="3627098" y="1575184"/>
                  <a:pt x="4148126" y="2074063"/>
                </a:cubicBezTo>
                <a:cubicBezTo>
                  <a:pt x="3627098" y="2573006"/>
                  <a:pt x="3455598" y="3156066"/>
                  <a:pt x="3757755" y="3667748"/>
                </a:cubicBezTo>
                <a:cubicBezTo>
                  <a:pt x="3790275" y="3720241"/>
                  <a:pt x="3837775" y="3792836"/>
                  <a:pt x="3880346" y="3845329"/>
                </a:cubicBezTo>
                <a:lnTo>
                  <a:pt x="3845329" y="3880346"/>
                </a:lnTo>
                <a:cubicBezTo>
                  <a:pt x="3792772" y="3837839"/>
                  <a:pt x="3720241" y="3790339"/>
                  <a:pt x="3667748" y="3757755"/>
                </a:cubicBezTo>
                <a:cubicBezTo>
                  <a:pt x="3156066" y="3455662"/>
                  <a:pt x="2573006" y="3627098"/>
                  <a:pt x="2074063" y="4148126"/>
                </a:cubicBezTo>
                <a:cubicBezTo>
                  <a:pt x="1575120" y="3627098"/>
                  <a:pt x="992060" y="3455598"/>
                  <a:pt x="480378" y="3757755"/>
                </a:cubicBezTo>
                <a:cubicBezTo>
                  <a:pt x="427885" y="3790275"/>
                  <a:pt x="355354" y="3837775"/>
                  <a:pt x="302861" y="3880346"/>
                </a:cubicBezTo>
                <a:lnTo>
                  <a:pt x="267780" y="3845329"/>
                </a:lnTo>
                <a:cubicBezTo>
                  <a:pt x="310287" y="3792772"/>
                  <a:pt x="357851" y="3720241"/>
                  <a:pt x="390371" y="3667748"/>
                </a:cubicBezTo>
                <a:cubicBezTo>
                  <a:pt x="692528" y="3156066"/>
                  <a:pt x="521092" y="2573006"/>
                  <a:pt x="0" y="2074063"/>
                </a:cubicBezTo>
                <a:cubicBezTo>
                  <a:pt x="521092" y="1575184"/>
                  <a:pt x="692528" y="992124"/>
                  <a:pt x="390371" y="480378"/>
                </a:cubicBezTo>
                <a:cubicBezTo>
                  <a:pt x="357851" y="427949"/>
                  <a:pt x="310415" y="355354"/>
                  <a:pt x="267780" y="302861"/>
                </a:cubicBezTo>
                <a:lnTo>
                  <a:pt x="302861" y="267844"/>
                </a:lnTo>
                <a:cubicBezTo>
                  <a:pt x="355418" y="310287"/>
                  <a:pt x="427949" y="357851"/>
                  <a:pt x="480378" y="390371"/>
                </a:cubicBezTo>
                <a:cubicBezTo>
                  <a:pt x="992124" y="692528"/>
                  <a:pt x="1575120" y="521092"/>
                  <a:pt x="2074063" y="0"/>
                </a:cubicBezTo>
                <a:close/>
              </a:path>
            </a:pathLst>
          </a:custGeom>
          <a:solidFill>
            <a:srgbClr val="265BF7"/>
          </a:solidFill>
        </p:spPr>
        <p:txBody>
          <a:bodyPr wrap="square">
            <a:noAutofit/>
          </a:bodyPr>
          <a:lstStyle>
            <a:lvl1pPr>
              <a:defRPr>
                <a:solidFill>
                  <a:schemeClr val="accent1">
                    <a:lumMod val="50000"/>
                  </a:schemeClr>
                </a:solidFill>
              </a:defRPr>
            </a:lvl1pPr>
          </a:lstStyle>
          <a:p>
            <a:endParaRPr lang="en-US"/>
          </a:p>
        </p:txBody>
      </p:sp>
      <p:pic>
        <p:nvPicPr>
          <p:cNvPr id="2" name="Picture 1">
            <a:extLst>
              <a:ext uri="{FF2B5EF4-FFF2-40B4-BE49-F238E27FC236}">
                <a16:creationId xmlns:a16="http://schemas.microsoft.com/office/drawing/2014/main" id="{CBF575E1-2C53-5D7A-809B-162E758EF3A6}"/>
              </a:ext>
            </a:extLst>
          </p:cNvPr>
          <p:cNvPicPr>
            <a:picLocks noChangeAspect="1"/>
          </p:cNvPicPr>
          <p:nvPr userDrawn="1"/>
        </p:nvPicPr>
        <p:blipFill>
          <a:blip r:embed="rId2" cstate="screen">
            <a:alphaModFix amt="7000"/>
            <a:extLst>
              <a:ext uri="{28A0092B-C50C-407E-A947-70E740481C1C}">
                <a14:useLocalDpi xmlns:a14="http://schemas.microsoft.com/office/drawing/2010/main"/>
              </a:ext>
            </a:extLst>
          </a:blip>
          <a:srcRect/>
          <a:stretch/>
        </p:blipFill>
        <p:spPr>
          <a:xfrm>
            <a:off x="0" y="4023"/>
            <a:ext cx="5764696" cy="5212080"/>
          </a:xfrm>
          <a:prstGeom prst="rect">
            <a:avLst/>
          </a:prstGeom>
        </p:spPr>
      </p:pic>
      <p:pic>
        <p:nvPicPr>
          <p:cNvPr id="25" name="Graphic 24">
            <a:extLst>
              <a:ext uri="{FF2B5EF4-FFF2-40B4-BE49-F238E27FC236}">
                <a16:creationId xmlns:a16="http://schemas.microsoft.com/office/drawing/2014/main" id="{16EB79F7-71FE-AFBC-91D2-35C5FA5806C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46632" y="318022"/>
            <a:ext cx="4227755" cy="4227755"/>
          </a:xfrm>
          <a:prstGeom prst="rect">
            <a:avLst/>
          </a:prstGeom>
        </p:spPr>
      </p:pic>
      <p:sp>
        <p:nvSpPr>
          <p:cNvPr id="5" name="AutoShape 5">
            <a:extLst>
              <a:ext uri="{FF2B5EF4-FFF2-40B4-BE49-F238E27FC236}">
                <a16:creationId xmlns:a16="http://schemas.microsoft.com/office/drawing/2014/main" id="{9A0928A8-A54C-D75F-1C36-1B4F6E1CFB79}"/>
              </a:ext>
            </a:extLst>
          </p:cNvPr>
          <p:cNvSpPr/>
          <p:nvPr userDrawn="1"/>
        </p:nvSpPr>
        <p:spPr>
          <a:xfrm flipV="1">
            <a:off x="689772" y="892172"/>
            <a:ext cx="4031857" cy="0"/>
          </a:xfrm>
          <a:prstGeom prst="line">
            <a:avLst/>
          </a:prstGeom>
          <a:ln w="25400" cap="flat">
            <a:solidFill>
              <a:srgbClr val="F8F4F1"/>
            </a:solidFill>
            <a:prstDash val="solid"/>
            <a:headEnd type="none" w="sm" len="sm"/>
            <a:tailEnd type="none" w="sm" len="sm"/>
          </a:ln>
        </p:spPr>
        <p:txBody>
          <a:bodyPr/>
          <a:lstStyle/>
          <a:p>
            <a:endParaRPr lang="en-US" sz="1013">
              <a:solidFill>
                <a:schemeClr val="tx2"/>
              </a:solidFill>
            </a:endParaRPr>
          </a:p>
        </p:txBody>
      </p:sp>
      <p:pic>
        <p:nvPicPr>
          <p:cNvPr id="3" name="Picture 2">
            <a:extLst>
              <a:ext uri="{FF2B5EF4-FFF2-40B4-BE49-F238E27FC236}">
                <a16:creationId xmlns:a16="http://schemas.microsoft.com/office/drawing/2014/main" id="{3EC50481-5B65-DC47-934F-36A9436E76AF}"/>
              </a:ext>
            </a:extLst>
          </p:cNvPr>
          <p:cNvPicPr>
            <a:picLocks noChangeAspect="1"/>
          </p:cNvPicPr>
          <p:nvPr userDrawn="1"/>
        </p:nvPicPr>
        <p:blipFill>
          <a:blip r:embed="rId4"/>
          <a:srcRect/>
          <a:stretch/>
        </p:blipFill>
        <p:spPr>
          <a:xfrm>
            <a:off x="7344937" y="4601406"/>
            <a:ext cx="1657783" cy="511928"/>
          </a:xfrm>
          <a:prstGeom prst="rect">
            <a:avLst/>
          </a:prstGeom>
        </p:spPr>
      </p:pic>
    </p:spTree>
    <p:extLst>
      <p:ext uri="{BB962C8B-B14F-4D97-AF65-F5344CB8AC3E}">
        <p14:creationId xmlns:p14="http://schemas.microsoft.com/office/powerpoint/2010/main" val="14792236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eading, Subheading, Photo 2">
    <p:bg>
      <p:bgPr>
        <a:solidFill>
          <a:srgbClr val="D3430D"/>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17B60D-25F5-0FFC-8059-2541D581D9D3}"/>
              </a:ext>
            </a:extLst>
          </p:cNvPr>
          <p:cNvSpPr>
            <a:spLocks noGrp="1"/>
          </p:cNvSpPr>
          <p:nvPr>
            <p:ph type="title" hasCustomPrompt="1"/>
          </p:nvPr>
        </p:nvSpPr>
        <p:spPr>
          <a:xfrm>
            <a:off x="613940" y="427555"/>
            <a:ext cx="6865844" cy="426847"/>
          </a:xfrm>
          <a:prstGeom prst="rect">
            <a:avLst/>
          </a:prstGeom>
        </p:spPr>
        <p:txBody>
          <a:bodyPr/>
          <a:lstStyle>
            <a:lvl1pPr>
              <a:defRPr sz="2400" b="1">
                <a:solidFill>
                  <a:srgbClr val="FFFFFF"/>
                </a:solidFill>
                <a:latin typeface="Aptos" panose="020B0004020202020204" pitchFamily="34" charset="0"/>
              </a:defRPr>
            </a:lvl1pPr>
          </a:lstStyle>
          <a:p>
            <a:r>
              <a:rPr lang="en-US" dirty="0"/>
              <a:t>This is a heading</a:t>
            </a:r>
          </a:p>
        </p:txBody>
      </p:sp>
      <p:sp>
        <p:nvSpPr>
          <p:cNvPr id="16" name="Text Placeholder 15">
            <a:extLst>
              <a:ext uri="{FF2B5EF4-FFF2-40B4-BE49-F238E27FC236}">
                <a16:creationId xmlns:a16="http://schemas.microsoft.com/office/drawing/2014/main" id="{546BE5DF-5328-B7B6-D401-40EFE7B49CE7}"/>
              </a:ext>
            </a:extLst>
          </p:cNvPr>
          <p:cNvSpPr>
            <a:spLocks noGrp="1"/>
          </p:cNvSpPr>
          <p:nvPr>
            <p:ph type="body" sz="quarter" idx="11" hasCustomPrompt="1"/>
          </p:nvPr>
        </p:nvSpPr>
        <p:spPr>
          <a:xfrm>
            <a:off x="613940" y="1117338"/>
            <a:ext cx="5312664" cy="343235"/>
          </a:xfrm>
          <a:prstGeom prst="rect">
            <a:avLst/>
          </a:prstGeom>
        </p:spPr>
        <p:txBody>
          <a:bodyPr>
            <a:spAutoFit/>
          </a:bodyPr>
          <a:lstStyle>
            <a:lvl1pPr>
              <a:buNone/>
              <a:defRPr sz="1800" b="1" cap="all" baseline="0">
                <a:solidFill>
                  <a:srgbClr val="000000"/>
                </a:solidFill>
              </a:defRPr>
            </a:lvl1pPr>
          </a:lstStyle>
          <a:p>
            <a:pPr lvl="0"/>
            <a:r>
              <a:rPr lang="en-US" dirty="0"/>
              <a:t>Subheading here</a:t>
            </a:r>
          </a:p>
        </p:txBody>
      </p:sp>
      <p:sp>
        <p:nvSpPr>
          <p:cNvPr id="18" name="Text Placeholder 17">
            <a:extLst>
              <a:ext uri="{FF2B5EF4-FFF2-40B4-BE49-F238E27FC236}">
                <a16:creationId xmlns:a16="http://schemas.microsoft.com/office/drawing/2014/main" id="{D7B0231E-CC09-B5F5-DD81-FBF1D8FCAA33}"/>
              </a:ext>
            </a:extLst>
          </p:cNvPr>
          <p:cNvSpPr>
            <a:spLocks noGrp="1"/>
          </p:cNvSpPr>
          <p:nvPr>
            <p:ph type="body" sz="quarter" idx="12" hasCustomPrompt="1"/>
          </p:nvPr>
        </p:nvSpPr>
        <p:spPr>
          <a:xfrm>
            <a:off x="612648" y="1545336"/>
            <a:ext cx="4197096" cy="315407"/>
          </a:xfrm>
          <a:prstGeom prst="rect">
            <a:avLst/>
          </a:prstGeom>
        </p:spPr>
        <p:txBody>
          <a:bodyPr>
            <a:spAutoFit/>
          </a:bodyPr>
          <a:lstStyle>
            <a:lvl1pPr>
              <a:buNone/>
              <a:defRPr sz="1600">
                <a:solidFill>
                  <a:srgbClr val="FFFFFF"/>
                </a:solidFill>
              </a:defRPr>
            </a:lvl1pPr>
          </a:lstStyle>
          <a:p>
            <a:pPr lvl="0"/>
            <a:r>
              <a:rPr lang="en-US" dirty="0"/>
              <a:t>A write-up follows the heading.</a:t>
            </a:r>
          </a:p>
        </p:txBody>
      </p:sp>
      <p:pic>
        <p:nvPicPr>
          <p:cNvPr id="2" name="Picture 1">
            <a:extLst>
              <a:ext uri="{FF2B5EF4-FFF2-40B4-BE49-F238E27FC236}">
                <a16:creationId xmlns:a16="http://schemas.microsoft.com/office/drawing/2014/main" id="{CBF575E1-2C53-5D7A-809B-162E758EF3A6}"/>
              </a:ext>
            </a:extLst>
          </p:cNvPr>
          <p:cNvPicPr>
            <a:picLocks noChangeAspect="1"/>
          </p:cNvPicPr>
          <p:nvPr userDrawn="1"/>
        </p:nvPicPr>
        <p:blipFill>
          <a:blip r:embed="rId2" cstate="screen">
            <a:alphaModFix amt="7000"/>
            <a:extLst>
              <a:ext uri="{28A0092B-C50C-407E-A947-70E740481C1C}">
                <a14:useLocalDpi xmlns:a14="http://schemas.microsoft.com/office/drawing/2010/main"/>
              </a:ext>
            </a:extLst>
          </a:blip>
          <a:srcRect/>
          <a:stretch/>
        </p:blipFill>
        <p:spPr>
          <a:xfrm>
            <a:off x="0" y="4023"/>
            <a:ext cx="5764696" cy="5212080"/>
          </a:xfrm>
          <a:prstGeom prst="rect">
            <a:avLst/>
          </a:prstGeom>
        </p:spPr>
      </p:pic>
      <p:pic>
        <p:nvPicPr>
          <p:cNvPr id="25" name="Graphic 24">
            <a:extLst>
              <a:ext uri="{FF2B5EF4-FFF2-40B4-BE49-F238E27FC236}">
                <a16:creationId xmlns:a16="http://schemas.microsoft.com/office/drawing/2014/main" id="{16EB79F7-71FE-AFBC-91D2-35C5FA5806C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46632" y="318022"/>
            <a:ext cx="4227755" cy="4227755"/>
          </a:xfrm>
          <a:prstGeom prst="rect">
            <a:avLst/>
          </a:prstGeom>
        </p:spPr>
      </p:pic>
      <p:sp>
        <p:nvSpPr>
          <p:cNvPr id="26" name="Picture Placeholder 25">
            <a:extLst>
              <a:ext uri="{FF2B5EF4-FFF2-40B4-BE49-F238E27FC236}">
                <a16:creationId xmlns:a16="http://schemas.microsoft.com/office/drawing/2014/main" id="{1263882D-C0DF-0749-9DF6-01076689CB8D}"/>
              </a:ext>
            </a:extLst>
          </p:cNvPr>
          <p:cNvSpPr>
            <a:spLocks noGrp="1"/>
          </p:cNvSpPr>
          <p:nvPr>
            <p:ph type="pic" sz="quarter" idx="10"/>
          </p:nvPr>
        </p:nvSpPr>
        <p:spPr>
          <a:xfrm>
            <a:off x="5066569" y="737959"/>
            <a:ext cx="3387881" cy="3387881"/>
          </a:xfrm>
          <a:custGeom>
            <a:avLst/>
            <a:gdLst>
              <a:gd name="connsiteX0" fmla="*/ 2074063 w 4148126"/>
              <a:gd name="connsiteY0" fmla="*/ 0 h 4148126"/>
              <a:gd name="connsiteX1" fmla="*/ 3667748 w 4148126"/>
              <a:gd name="connsiteY1" fmla="*/ 390371 h 4148126"/>
              <a:gd name="connsiteX2" fmla="*/ 3845329 w 4148126"/>
              <a:gd name="connsiteY2" fmla="*/ 267844 h 4148126"/>
              <a:gd name="connsiteX3" fmla="*/ 3880346 w 4148126"/>
              <a:gd name="connsiteY3" fmla="*/ 302861 h 4148126"/>
              <a:gd name="connsiteX4" fmla="*/ 3757755 w 4148126"/>
              <a:gd name="connsiteY4" fmla="*/ 480378 h 4148126"/>
              <a:gd name="connsiteX5" fmla="*/ 4148126 w 4148126"/>
              <a:gd name="connsiteY5" fmla="*/ 2074063 h 4148126"/>
              <a:gd name="connsiteX6" fmla="*/ 3757755 w 4148126"/>
              <a:gd name="connsiteY6" fmla="*/ 3667748 h 4148126"/>
              <a:gd name="connsiteX7" fmla="*/ 3880346 w 4148126"/>
              <a:gd name="connsiteY7" fmla="*/ 3845329 h 4148126"/>
              <a:gd name="connsiteX8" fmla="*/ 3845329 w 4148126"/>
              <a:gd name="connsiteY8" fmla="*/ 3880346 h 4148126"/>
              <a:gd name="connsiteX9" fmla="*/ 3667748 w 4148126"/>
              <a:gd name="connsiteY9" fmla="*/ 3757755 h 4148126"/>
              <a:gd name="connsiteX10" fmla="*/ 2074063 w 4148126"/>
              <a:gd name="connsiteY10" fmla="*/ 4148126 h 4148126"/>
              <a:gd name="connsiteX11" fmla="*/ 480378 w 4148126"/>
              <a:gd name="connsiteY11" fmla="*/ 3757755 h 4148126"/>
              <a:gd name="connsiteX12" fmla="*/ 302861 w 4148126"/>
              <a:gd name="connsiteY12" fmla="*/ 3880346 h 4148126"/>
              <a:gd name="connsiteX13" fmla="*/ 267780 w 4148126"/>
              <a:gd name="connsiteY13" fmla="*/ 3845329 h 4148126"/>
              <a:gd name="connsiteX14" fmla="*/ 390371 w 4148126"/>
              <a:gd name="connsiteY14" fmla="*/ 3667748 h 4148126"/>
              <a:gd name="connsiteX15" fmla="*/ 0 w 4148126"/>
              <a:gd name="connsiteY15" fmla="*/ 2074063 h 4148126"/>
              <a:gd name="connsiteX16" fmla="*/ 390371 w 4148126"/>
              <a:gd name="connsiteY16" fmla="*/ 480378 h 4148126"/>
              <a:gd name="connsiteX17" fmla="*/ 267780 w 4148126"/>
              <a:gd name="connsiteY17" fmla="*/ 302861 h 4148126"/>
              <a:gd name="connsiteX18" fmla="*/ 302861 w 4148126"/>
              <a:gd name="connsiteY18" fmla="*/ 267844 h 4148126"/>
              <a:gd name="connsiteX19" fmla="*/ 480378 w 4148126"/>
              <a:gd name="connsiteY19" fmla="*/ 390371 h 4148126"/>
              <a:gd name="connsiteX20" fmla="*/ 2074063 w 4148126"/>
              <a:gd name="connsiteY20" fmla="*/ 0 h 414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48126" h="4148126">
                <a:moveTo>
                  <a:pt x="2074063" y="0"/>
                </a:moveTo>
                <a:cubicBezTo>
                  <a:pt x="2573006" y="521092"/>
                  <a:pt x="3156066" y="692528"/>
                  <a:pt x="3667748" y="390371"/>
                </a:cubicBezTo>
                <a:cubicBezTo>
                  <a:pt x="3720241" y="357851"/>
                  <a:pt x="3792836" y="310415"/>
                  <a:pt x="3845329" y="267844"/>
                </a:cubicBezTo>
                <a:lnTo>
                  <a:pt x="3880346" y="302861"/>
                </a:lnTo>
                <a:cubicBezTo>
                  <a:pt x="3837839" y="355418"/>
                  <a:pt x="3790275" y="427949"/>
                  <a:pt x="3757755" y="480378"/>
                </a:cubicBezTo>
                <a:cubicBezTo>
                  <a:pt x="3455598" y="992124"/>
                  <a:pt x="3627098" y="1575184"/>
                  <a:pt x="4148126" y="2074063"/>
                </a:cubicBezTo>
                <a:cubicBezTo>
                  <a:pt x="3627098" y="2573006"/>
                  <a:pt x="3455598" y="3156066"/>
                  <a:pt x="3757755" y="3667748"/>
                </a:cubicBezTo>
                <a:cubicBezTo>
                  <a:pt x="3790275" y="3720241"/>
                  <a:pt x="3837775" y="3792836"/>
                  <a:pt x="3880346" y="3845329"/>
                </a:cubicBezTo>
                <a:lnTo>
                  <a:pt x="3845329" y="3880346"/>
                </a:lnTo>
                <a:cubicBezTo>
                  <a:pt x="3792772" y="3837839"/>
                  <a:pt x="3720241" y="3790339"/>
                  <a:pt x="3667748" y="3757755"/>
                </a:cubicBezTo>
                <a:cubicBezTo>
                  <a:pt x="3156066" y="3455662"/>
                  <a:pt x="2573006" y="3627098"/>
                  <a:pt x="2074063" y="4148126"/>
                </a:cubicBezTo>
                <a:cubicBezTo>
                  <a:pt x="1575120" y="3627098"/>
                  <a:pt x="992060" y="3455598"/>
                  <a:pt x="480378" y="3757755"/>
                </a:cubicBezTo>
                <a:cubicBezTo>
                  <a:pt x="427885" y="3790275"/>
                  <a:pt x="355354" y="3837775"/>
                  <a:pt x="302861" y="3880346"/>
                </a:cubicBezTo>
                <a:lnTo>
                  <a:pt x="267780" y="3845329"/>
                </a:lnTo>
                <a:cubicBezTo>
                  <a:pt x="310287" y="3792772"/>
                  <a:pt x="357851" y="3720241"/>
                  <a:pt x="390371" y="3667748"/>
                </a:cubicBezTo>
                <a:cubicBezTo>
                  <a:pt x="692528" y="3156066"/>
                  <a:pt x="521092" y="2573006"/>
                  <a:pt x="0" y="2074063"/>
                </a:cubicBezTo>
                <a:cubicBezTo>
                  <a:pt x="521092" y="1575184"/>
                  <a:pt x="692528" y="992124"/>
                  <a:pt x="390371" y="480378"/>
                </a:cubicBezTo>
                <a:cubicBezTo>
                  <a:pt x="357851" y="427949"/>
                  <a:pt x="310415" y="355354"/>
                  <a:pt x="267780" y="302861"/>
                </a:cubicBezTo>
                <a:lnTo>
                  <a:pt x="302861" y="267844"/>
                </a:lnTo>
                <a:cubicBezTo>
                  <a:pt x="355418" y="310287"/>
                  <a:pt x="427949" y="357851"/>
                  <a:pt x="480378" y="390371"/>
                </a:cubicBezTo>
                <a:cubicBezTo>
                  <a:pt x="992124" y="692528"/>
                  <a:pt x="1575120" y="521092"/>
                  <a:pt x="2074063" y="0"/>
                </a:cubicBezTo>
                <a:close/>
              </a:path>
            </a:pathLst>
          </a:custGeom>
          <a:solidFill>
            <a:srgbClr val="265BF7"/>
          </a:solidFill>
        </p:spPr>
        <p:txBody>
          <a:bodyPr wrap="square">
            <a:noAutofit/>
          </a:bodyPr>
          <a:lstStyle>
            <a:lvl1pPr>
              <a:defRPr>
                <a:solidFill>
                  <a:schemeClr val="accent1">
                    <a:lumMod val="50000"/>
                  </a:schemeClr>
                </a:solidFill>
              </a:defRPr>
            </a:lvl1pPr>
          </a:lstStyle>
          <a:p>
            <a:endParaRPr lang="en-US"/>
          </a:p>
        </p:txBody>
      </p:sp>
      <p:sp>
        <p:nvSpPr>
          <p:cNvPr id="5" name="AutoShape 5">
            <a:extLst>
              <a:ext uri="{FF2B5EF4-FFF2-40B4-BE49-F238E27FC236}">
                <a16:creationId xmlns:a16="http://schemas.microsoft.com/office/drawing/2014/main" id="{9A0928A8-A54C-D75F-1C36-1B4F6E1CFB79}"/>
              </a:ext>
            </a:extLst>
          </p:cNvPr>
          <p:cNvSpPr/>
          <p:nvPr userDrawn="1"/>
        </p:nvSpPr>
        <p:spPr>
          <a:xfrm flipV="1">
            <a:off x="689772" y="892172"/>
            <a:ext cx="4031857" cy="0"/>
          </a:xfrm>
          <a:prstGeom prst="line">
            <a:avLst/>
          </a:prstGeom>
          <a:ln w="25400" cap="flat">
            <a:solidFill>
              <a:srgbClr val="F8F4F1"/>
            </a:solidFill>
            <a:prstDash val="solid"/>
            <a:headEnd type="none" w="sm" len="sm"/>
            <a:tailEnd type="none" w="sm" len="sm"/>
          </a:ln>
        </p:spPr>
        <p:txBody>
          <a:bodyPr/>
          <a:lstStyle/>
          <a:p>
            <a:endParaRPr lang="en-US" sz="1013">
              <a:solidFill>
                <a:schemeClr val="tx2"/>
              </a:solidFill>
            </a:endParaRPr>
          </a:p>
        </p:txBody>
      </p:sp>
      <p:pic>
        <p:nvPicPr>
          <p:cNvPr id="6" name="Picture 5">
            <a:extLst>
              <a:ext uri="{FF2B5EF4-FFF2-40B4-BE49-F238E27FC236}">
                <a16:creationId xmlns:a16="http://schemas.microsoft.com/office/drawing/2014/main" id="{6B36F303-1664-3E8E-8089-CF9FA1590A86}"/>
              </a:ext>
            </a:extLst>
          </p:cNvPr>
          <p:cNvPicPr>
            <a:picLocks noChangeAspect="1"/>
          </p:cNvPicPr>
          <p:nvPr userDrawn="1"/>
        </p:nvPicPr>
        <p:blipFill>
          <a:blip r:embed="rId4"/>
          <a:srcRect/>
          <a:stretch/>
        </p:blipFill>
        <p:spPr>
          <a:xfrm>
            <a:off x="7348791" y="4601406"/>
            <a:ext cx="1650074" cy="511928"/>
          </a:xfrm>
          <a:prstGeom prst="rect">
            <a:avLst/>
          </a:prstGeom>
        </p:spPr>
      </p:pic>
    </p:spTree>
    <p:extLst>
      <p:ext uri="{BB962C8B-B14F-4D97-AF65-F5344CB8AC3E}">
        <p14:creationId xmlns:p14="http://schemas.microsoft.com/office/powerpoint/2010/main" val="33397928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Heading, Subheading, Photo 3">
    <p:bg>
      <p:bgPr>
        <a:solidFill>
          <a:srgbClr val="F8F4F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17B60D-25F5-0FFC-8059-2541D581D9D3}"/>
              </a:ext>
            </a:extLst>
          </p:cNvPr>
          <p:cNvSpPr>
            <a:spLocks noGrp="1"/>
          </p:cNvSpPr>
          <p:nvPr>
            <p:ph type="title" hasCustomPrompt="1"/>
          </p:nvPr>
        </p:nvSpPr>
        <p:spPr>
          <a:xfrm>
            <a:off x="613940" y="427555"/>
            <a:ext cx="6865844" cy="426847"/>
          </a:xfrm>
          <a:prstGeom prst="rect">
            <a:avLst/>
          </a:prstGeom>
        </p:spPr>
        <p:txBody>
          <a:bodyPr/>
          <a:lstStyle>
            <a:lvl1pPr>
              <a:defRPr sz="2400" b="1">
                <a:solidFill>
                  <a:srgbClr val="032044"/>
                </a:solidFill>
                <a:latin typeface="Aptos" panose="020B0004020202020204" pitchFamily="34" charset="0"/>
              </a:defRPr>
            </a:lvl1pPr>
          </a:lstStyle>
          <a:p>
            <a:r>
              <a:rPr lang="en-US" dirty="0"/>
              <a:t>This is a heading</a:t>
            </a:r>
          </a:p>
        </p:txBody>
      </p:sp>
      <p:sp>
        <p:nvSpPr>
          <p:cNvPr id="16" name="Text Placeholder 15">
            <a:extLst>
              <a:ext uri="{FF2B5EF4-FFF2-40B4-BE49-F238E27FC236}">
                <a16:creationId xmlns:a16="http://schemas.microsoft.com/office/drawing/2014/main" id="{546BE5DF-5328-B7B6-D401-40EFE7B49CE7}"/>
              </a:ext>
            </a:extLst>
          </p:cNvPr>
          <p:cNvSpPr>
            <a:spLocks noGrp="1"/>
          </p:cNvSpPr>
          <p:nvPr>
            <p:ph type="body" sz="quarter" idx="11" hasCustomPrompt="1"/>
          </p:nvPr>
        </p:nvSpPr>
        <p:spPr>
          <a:xfrm>
            <a:off x="613940" y="1117338"/>
            <a:ext cx="5312664" cy="343235"/>
          </a:xfrm>
          <a:prstGeom prst="rect">
            <a:avLst/>
          </a:prstGeom>
        </p:spPr>
        <p:txBody>
          <a:bodyPr>
            <a:spAutoFit/>
          </a:bodyPr>
          <a:lstStyle>
            <a:lvl1pPr>
              <a:buNone/>
              <a:defRPr sz="1800" b="1" cap="all" baseline="0">
                <a:solidFill>
                  <a:srgbClr val="C23D0C"/>
                </a:solidFill>
              </a:defRPr>
            </a:lvl1pPr>
          </a:lstStyle>
          <a:p>
            <a:pPr lvl="0"/>
            <a:r>
              <a:rPr lang="en-US" dirty="0"/>
              <a:t>Subheading here</a:t>
            </a:r>
          </a:p>
        </p:txBody>
      </p:sp>
      <p:sp>
        <p:nvSpPr>
          <p:cNvPr id="18" name="Text Placeholder 17">
            <a:extLst>
              <a:ext uri="{FF2B5EF4-FFF2-40B4-BE49-F238E27FC236}">
                <a16:creationId xmlns:a16="http://schemas.microsoft.com/office/drawing/2014/main" id="{D7B0231E-CC09-B5F5-DD81-FBF1D8FCAA33}"/>
              </a:ext>
            </a:extLst>
          </p:cNvPr>
          <p:cNvSpPr>
            <a:spLocks noGrp="1"/>
          </p:cNvSpPr>
          <p:nvPr>
            <p:ph type="body" sz="quarter" idx="12" hasCustomPrompt="1"/>
          </p:nvPr>
        </p:nvSpPr>
        <p:spPr>
          <a:xfrm>
            <a:off x="612648" y="1545336"/>
            <a:ext cx="4197096" cy="315407"/>
          </a:xfrm>
          <a:prstGeom prst="rect">
            <a:avLst/>
          </a:prstGeom>
        </p:spPr>
        <p:txBody>
          <a:bodyPr>
            <a:spAutoFit/>
          </a:bodyPr>
          <a:lstStyle>
            <a:lvl1pPr>
              <a:buNone/>
              <a:defRPr sz="1600">
                <a:solidFill>
                  <a:srgbClr val="032044"/>
                </a:solidFill>
              </a:defRPr>
            </a:lvl1pPr>
          </a:lstStyle>
          <a:p>
            <a:pPr lvl="0"/>
            <a:r>
              <a:rPr lang="en-US" dirty="0"/>
              <a:t>A write-up follows the heading.</a:t>
            </a:r>
          </a:p>
        </p:txBody>
      </p:sp>
      <p:pic>
        <p:nvPicPr>
          <p:cNvPr id="7" name="Picture 6">
            <a:extLst>
              <a:ext uri="{FF2B5EF4-FFF2-40B4-BE49-F238E27FC236}">
                <a16:creationId xmlns:a16="http://schemas.microsoft.com/office/drawing/2014/main" id="{4071DE4D-8040-F98B-82B1-DE97D9DA8534}"/>
              </a:ext>
            </a:extLst>
          </p:cNvPr>
          <p:cNvPicPr>
            <a:picLocks noChangeAspect="1"/>
          </p:cNvPicPr>
          <p:nvPr userDrawn="1"/>
        </p:nvPicPr>
        <p:blipFill>
          <a:blip r:embed="rId2" cstate="screen">
            <a:alphaModFix amt="23000"/>
            <a:extLst>
              <a:ext uri="{28A0092B-C50C-407E-A947-70E740481C1C}">
                <a14:useLocalDpi xmlns:a14="http://schemas.microsoft.com/office/drawing/2010/main"/>
              </a:ext>
            </a:extLst>
          </a:blip>
          <a:srcRect/>
          <a:stretch/>
        </p:blipFill>
        <p:spPr>
          <a:xfrm>
            <a:off x="0" y="0"/>
            <a:ext cx="5764696" cy="5212080"/>
          </a:xfrm>
          <a:prstGeom prst="rect">
            <a:avLst/>
          </a:prstGeom>
        </p:spPr>
      </p:pic>
      <p:pic>
        <p:nvPicPr>
          <p:cNvPr id="25" name="Graphic 24">
            <a:extLst>
              <a:ext uri="{FF2B5EF4-FFF2-40B4-BE49-F238E27FC236}">
                <a16:creationId xmlns:a16="http://schemas.microsoft.com/office/drawing/2014/main" id="{16EB79F7-71FE-AFBC-91D2-35C5FA5806C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46632" y="318022"/>
            <a:ext cx="4227755" cy="4227755"/>
          </a:xfrm>
          <a:prstGeom prst="rect">
            <a:avLst/>
          </a:prstGeom>
        </p:spPr>
      </p:pic>
      <p:sp>
        <p:nvSpPr>
          <p:cNvPr id="26" name="Picture Placeholder 25">
            <a:extLst>
              <a:ext uri="{FF2B5EF4-FFF2-40B4-BE49-F238E27FC236}">
                <a16:creationId xmlns:a16="http://schemas.microsoft.com/office/drawing/2014/main" id="{1263882D-C0DF-0749-9DF6-01076689CB8D}"/>
              </a:ext>
            </a:extLst>
          </p:cNvPr>
          <p:cNvSpPr>
            <a:spLocks noGrp="1"/>
          </p:cNvSpPr>
          <p:nvPr>
            <p:ph type="pic" sz="quarter" idx="10"/>
          </p:nvPr>
        </p:nvSpPr>
        <p:spPr>
          <a:xfrm>
            <a:off x="5066569" y="737959"/>
            <a:ext cx="3387881" cy="3387881"/>
          </a:xfrm>
          <a:custGeom>
            <a:avLst/>
            <a:gdLst>
              <a:gd name="connsiteX0" fmla="*/ 2074063 w 4148126"/>
              <a:gd name="connsiteY0" fmla="*/ 0 h 4148126"/>
              <a:gd name="connsiteX1" fmla="*/ 3667748 w 4148126"/>
              <a:gd name="connsiteY1" fmla="*/ 390371 h 4148126"/>
              <a:gd name="connsiteX2" fmla="*/ 3845329 w 4148126"/>
              <a:gd name="connsiteY2" fmla="*/ 267844 h 4148126"/>
              <a:gd name="connsiteX3" fmla="*/ 3880346 w 4148126"/>
              <a:gd name="connsiteY3" fmla="*/ 302861 h 4148126"/>
              <a:gd name="connsiteX4" fmla="*/ 3757755 w 4148126"/>
              <a:gd name="connsiteY4" fmla="*/ 480378 h 4148126"/>
              <a:gd name="connsiteX5" fmla="*/ 4148126 w 4148126"/>
              <a:gd name="connsiteY5" fmla="*/ 2074063 h 4148126"/>
              <a:gd name="connsiteX6" fmla="*/ 3757755 w 4148126"/>
              <a:gd name="connsiteY6" fmla="*/ 3667748 h 4148126"/>
              <a:gd name="connsiteX7" fmla="*/ 3880346 w 4148126"/>
              <a:gd name="connsiteY7" fmla="*/ 3845329 h 4148126"/>
              <a:gd name="connsiteX8" fmla="*/ 3845329 w 4148126"/>
              <a:gd name="connsiteY8" fmla="*/ 3880346 h 4148126"/>
              <a:gd name="connsiteX9" fmla="*/ 3667748 w 4148126"/>
              <a:gd name="connsiteY9" fmla="*/ 3757755 h 4148126"/>
              <a:gd name="connsiteX10" fmla="*/ 2074063 w 4148126"/>
              <a:gd name="connsiteY10" fmla="*/ 4148126 h 4148126"/>
              <a:gd name="connsiteX11" fmla="*/ 480378 w 4148126"/>
              <a:gd name="connsiteY11" fmla="*/ 3757755 h 4148126"/>
              <a:gd name="connsiteX12" fmla="*/ 302861 w 4148126"/>
              <a:gd name="connsiteY12" fmla="*/ 3880346 h 4148126"/>
              <a:gd name="connsiteX13" fmla="*/ 267780 w 4148126"/>
              <a:gd name="connsiteY13" fmla="*/ 3845329 h 4148126"/>
              <a:gd name="connsiteX14" fmla="*/ 390371 w 4148126"/>
              <a:gd name="connsiteY14" fmla="*/ 3667748 h 4148126"/>
              <a:gd name="connsiteX15" fmla="*/ 0 w 4148126"/>
              <a:gd name="connsiteY15" fmla="*/ 2074063 h 4148126"/>
              <a:gd name="connsiteX16" fmla="*/ 390371 w 4148126"/>
              <a:gd name="connsiteY16" fmla="*/ 480378 h 4148126"/>
              <a:gd name="connsiteX17" fmla="*/ 267780 w 4148126"/>
              <a:gd name="connsiteY17" fmla="*/ 302861 h 4148126"/>
              <a:gd name="connsiteX18" fmla="*/ 302861 w 4148126"/>
              <a:gd name="connsiteY18" fmla="*/ 267844 h 4148126"/>
              <a:gd name="connsiteX19" fmla="*/ 480378 w 4148126"/>
              <a:gd name="connsiteY19" fmla="*/ 390371 h 4148126"/>
              <a:gd name="connsiteX20" fmla="*/ 2074063 w 4148126"/>
              <a:gd name="connsiteY20" fmla="*/ 0 h 414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48126" h="4148126">
                <a:moveTo>
                  <a:pt x="2074063" y="0"/>
                </a:moveTo>
                <a:cubicBezTo>
                  <a:pt x="2573006" y="521092"/>
                  <a:pt x="3156066" y="692528"/>
                  <a:pt x="3667748" y="390371"/>
                </a:cubicBezTo>
                <a:cubicBezTo>
                  <a:pt x="3720241" y="357851"/>
                  <a:pt x="3792836" y="310415"/>
                  <a:pt x="3845329" y="267844"/>
                </a:cubicBezTo>
                <a:lnTo>
                  <a:pt x="3880346" y="302861"/>
                </a:lnTo>
                <a:cubicBezTo>
                  <a:pt x="3837839" y="355418"/>
                  <a:pt x="3790275" y="427949"/>
                  <a:pt x="3757755" y="480378"/>
                </a:cubicBezTo>
                <a:cubicBezTo>
                  <a:pt x="3455598" y="992124"/>
                  <a:pt x="3627098" y="1575184"/>
                  <a:pt x="4148126" y="2074063"/>
                </a:cubicBezTo>
                <a:cubicBezTo>
                  <a:pt x="3627098" y="2573006"/>
                  <a:pt x="3455598" y="3156066"/>
                  <a:pt x="3757755" y="3667748"/>
                </a:cubicBezTo>
                <a:cubicBezTo>
                  <a:pt x="3790275" y="3720241"/>
                  <a:pt x="3837775" y="3792836"/>
                  <a:pt x="3880346" y="3845329"/>
                </a:cubicBezTo>
                <a:lnTo>
                  <a:pt x="3845329" y="3880346"/>
                </a:lnTo>
                <a:cubicBezTo>
                  <a:pt x="3792772" y="3837839"/>
                  <a:pt x="3720241" y="3790339"/>
                  <a:pt x="3667748" y="3757755"/>
                </a:cubicBezTo>
                <a:cubicBezTo>
                  <a:pt x="3156066" y="3455662"/>
                  <a:pt x="2573006" y="3627098"/>
                  <a:pt x="2074063" y="4148126"/>
                </a:cubicBezTo>
                <a:cubicBezTo>
                  <a:pt x="1575120" y="3627098"/>
                  <a:pt x="992060" y="3455598"/>
                  <a:pt x="480378" y="3757755"/>
                </a:cubicBezTo>
                <a:cubicBezTo>
                  <a:pt x="427885" y="3790275"/>
                  <a:pt x="355354" y="3837775"/>
                  <a:pt x="302861" y="3880346"/>
                </a:cubicBezTo>
                <a:lnTo>
                  <a:pt x="267780" y="3845329"/>
                </a:lnTo>
                <a:cubicBezTo>
                  <a:pt x="310287" y="3792772"/>
                  <a:pt x="357851" y="3720241"/>
                  <a:pt x="390371" y="3667748"/>
                </a:cubicBezTo>
                <a:cubicBezTo>
                  <a:pt x="692528" y="3156066"/>
                  <a:pt x="521092" y="2573006"/>
                  <a:pt x="0" y="2074063"/>
                </a:cubicBezTo>
                <a:cubicBezTo>
                  <a:pt x="521092" y="1575184"/>
                  <a:pt x="692528" y="992124"/>
                  <a:pt x="390371" y="480378"/>
                </a:cubicBezTo>
                <a:cubicBezTo>
                  <a:pt x="357851" y="427949"/>
                  <a:pt x="310415" y="355354"/>
                  <a:pt x="267780" y="302861"/>
                </a:cubicBezTo>
                <a:lnTo>
                  <a:pt x="302861" y="267844"/>
                </a:lnTo>
                <a:cubicBezTo>
                  <a:pt x="355418" y="310287"/>
                  <a:pt x="427949" y="357851"/>
                  <a:pt x="480378" y="390371"/>
                </a:cubicBezTo>
                <a:cubicBezTo>
                  <a:pt x="992124" y="692528"/>
                  <a:pt x="1575120" y="521092"/>
                  <a:pt x="2074063" y="0"/>
                </a:cubicBezTo>
                <a:close/>
              </a:path>
            </a:pathLst>
          </a:custGeom>
          <a:solidFill>
            <a:srgbClr val="265BF7"/>
          </a:solidFill>
        </p:spPr>
        <p:txBody>
          <a:bodyPr wrap="square">
            <a:noAutofit/>
          </a:bodyPr>
          <a:lstStyle>
            <a:lvl1pPr>
              <a:defRPr>
                <a:solidFill>
                  <a:schemeClr val="accent1">
                    <a:lumMod val="50000"/>
                  </a:schemeClr>
                </a:solidFill>
              </a:defRPr>
            </a:lvl1pPr>
          </a:lstStyle>
          <a:p>
            <a:endParaRPr lang="en-US"/>
          </a:p>
        </p:txBody>
      </p:sp>
      <p:sp>
        <p:nvSpPr>
          <p:cNvPr id="5" name="AutoShape 5">
            <a:extLst>
              <a:ext uri="{FF2B5EF4-FFF2-40B4-BE49-F238E27FC236}">
                <a16:creationId xmlns:a16="http://schemas.microsoft.com/office/drawing/2014/main" id="{9A0928A8-A54C-D75F-1C36-1B4F6E1CFB79}"/>
              </a:ext>
            </a:extLst>
          </p:cNvPr>
          <p:cNvSpPr/>
          <p:nvPr userDrawn="1"/>
        </p:nvSpPr>
        <p:spPr>
          <a:xfrm flipV="1">
            <a:off x="689772" y="892172"/>
            <a:ext cx="4031857" cy="0"/>
          </a:xfrm>
          <a:prstGeom prst="line">
            <a:avLst/>
          </a:prstGeom>
          <a:ln w="25400" cap="flat">
            <a:solidFill>
              <a:srgbClr val="032044"/>
            </a:solidFill>
            <a:prstDash val="solid"/>
            <a:headEnd type="none" w="sm" len="sm"/>
            <a:tailEnd type="none" w="sm" len="sm"/>
          </a:ln>
        </p:spPr>
        <p:txBody>
          <a:bodyPr/>
          <a:lstStyle/>
          <a:p>
            <a:endParaRPr lang="en-US" sz="1013">
              <a:solidFill>
                <a:schemeClr val="tx2"/>
              </a:solidFill>
            </a:endParaRPr>
          </a:p>
        </p:txBody>
      </p:sp>
      <p:pic>
        <p:nvPicPr>
          <p:cNvPr id="3" name="Picture 2">
            <a:extLst>
              <a:ext uri="{FF2B5EF4-FFF2-40B4-BE49-F238E27FC236}">
                <a16:creationId xmlns:a16="http://schemas.microsoft.com/office/drawing/2014/main" id="{D5FB1257-FAEC-92DC-2BF3-1F1AB254B049}"/>
              </a:ext>
            </a:extLst>
          </p:cNvPr>
          <p:cNvPicPr>
            <a:picLocks noChangeAspect="1"/>
          </p:cNvPicPr>
          <p:nvPr userDrawn="1"/>
        </p:nvPicPr>
        <p:blipFill>
          <a:blip r:embed="rId4"/>
          <a:srcRect/>
          <a:stretch/>
        </p:blipFill>
        <p:spPr>
          <a:xfrm>
            <a:off x="7348791" y="4602597"/>
            <a:ext cx="1650074" cy="509546"/>
          </a:xfrm>
          <a:prstGeom prst="rect">
            <a:avLst/>
          </a:prstGeom>
        </p:spPr>
      </p:pic>
    </p:spTree>
    <p:extLst>
      <p:ext uri="{BB962C8B-B14F-4D97-AF65-F5344CB8AC3E}">
        <p14:creationId xmlns:p14="http://schemas.microsoft.com/office/powerpoint/2010/main" val="10182556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eading, Subheading, Statistics 1">
    <p:bg>
      <p:bgPr>
        <a:solidFill>
          <a:srgbClr val="032044"/>
        </a:solidFill>
        <a:effectLst/>
      </p:bgPr>
    </p:bg>
    <p:spTree>
      <p:nvGrpSpPr>
        <p:cNvPr id="1" name=""/>
        <p:cNvGrpSpPr/>
        <p:nvPr/>
      </p:nvGrpSpPr>
      <p:grpSpPr>
        <a:xfrm>
          <a:off x="0" y="0"/>
          <a:ext cx="0" cy="0"/>
          <a:chOff x="0" y="0"/>
          <a:chExt cx="0" cy="0"/>
        </a:xfrm>
      </p:grpSpPr>
      <p:sp>
        <p:nvSpPr>
          <p:cNvPr id="36" name="TextBox 35">
            <a:extLst>
              <a:ext uri="{FF2B5EF4-FFF2-40B4-BE49-F238E27FC236}">
                <a16:creationId xmlns:a16="http://schemas.microsoft.com/office/drawing/2014/main" id="{76685103-5B1D-7055-939E-BF00CAC4A329}"/>
              </a:ext>
            </a:extLst>
          </p:cNvPr>
          <p:cNvSpPr txBox="1">
            <a:spLocks noChangeAspect="1"/>
          </p:cNvSpPr>
          <p:nvPr userDrawn="1"/>
        </p:nvSpPr>
        <p:spPr>
          <a:xfrm>
            <a:off x="6928765" y="2148583"/>
            <a:ext cx="1525463" cy="1455836"/>
          </a:xfrm>
          <a:prstGeom prst="rect">
            <a:avLst/>
          </a:prstGeom>
          <a:solidFill>
            <a:schemeClr val="bg1"/>
          </a:solidFill>
        </p:spPr>
        <p:txBody>
          <a:bodyPr wrap="square" rtlCol="0" anchor="ctr" anchorCtr="0">
            <a:noAutofit/>
          </a:bodyPr>
          <a:lstStyle/>
          <a:p>
            <a:pPr lvl="0" algn="ctr"/>
            <a:endParaRPr lang="en-US" sz="1200">
              <a:solidFill>
                <a:srgbClr val="032044"/>
              </a:solidFill>
            </a:endParaRPr>
          </a:p>
        </p:txBody>
      </p:sp>
      <p:sp>
        <p:nvSpPr>
          <p:cNvPr id="35" name="TextBox 34">
            <a:extLst>
              <a:ext uri="{FF2B5EF4-FFF2-40B4-BE49-F238E27FC236}">
                <a16:creationId xmlns:a16="http://schemas.microsoft.com/office/drawing/2014/main" id="{49D0CFA1-9215-45AD-607C-46539D56C0A7}"/>
              </a:ext>
            </a:extLst>
          </p:cNvPr>
          <p:cNvSpPr txBox="1">
            <a:spLocks noChangeAspect="1"/>
          </p:cNvSpPr>
          <p:nvPr userDrawn="1"/>
        </p:nvSpPr>
        <p:spPr>
          <a:xfrm>
            <a:off x="5369016" y="2148583"/>
            <a:ext cx="1525463" cy="1455836"/>
          </a:xfrm>
          <a:prstGeom prst="rect">
            <a:avLst/>
          </a:prstGeom>
          <a:solidFill>
            <a:schemeClr val="bg1"/>
          </a:solidFill>
        </p:spPr>
        <p:txBody>
          <a:bodyPr wrap="square" rtlCol="0" anchor="ctr" anchorCtr="0">
            <a:noAutofit/>
          </a:bodyPr>
          <a:lstStyle/>
          <a:p>
            <a:pPr lvl="0" algn="ctr"/>
            <a:endParaRPr lang="en-US" sz="1200">
              <a:solidFill>
                <a:srgbClr val="032044"/>
              </a:solidFill>
            </a:endParaRPr>
          </a:p>
        </p:txBody>
      </p:sp>
      <p:sp>
        <p:nvSpPr>
          <p:cNvPr id="5" name="AutoShape 5">
            <a:extLst>
              <a:ext uri="{FF2B5EF4-FFF2-40B4-BE49-F238E27FC236}">
                <a16:creationId xmlns:a16="http://schemas.microsoft.com/office/drawing/2014/main" id="{6F9CAA04-7956-17F9-C6FE-96B4B6A85623}"/>
              </a:ext>
            </a:extLst>
          </p:cNvPr>
          <p:cNvSpPr/>
          <p:nvPr userDrawn="1"/>
        </p:nvSpPr>
        <p:spPr>
          <a:xfrm flipV="1">
            <a:off x="689772" y="892172"/>
            <a:ext cx="4031857" cy="0"/>
          </a:xfrm>
          <a:prstGeom prst="line">
            <a:avLst/>
          </a:prstGeom>
          <a:ln w="25400" cap="flat">
            <a:solidFill>
              <a:srgbClr val="F8F4F1"/>
            </a:solidFill>
            <a:prstDash val="solid"/>
            <a:headEnd type="none" w="sm" len="sm"/>
            <a:tailEnd type="none" w="sm" len="sm"/>
          </a:ln>
        </p:spPr>
        <p:txBody>
          <a:bodyPr/>
          <a:lstStyle/>
          <a:p>
            <a:endParaRPr lang="en-US" sz="1013">
              <a:solidFill>
                <a:schemeClr val="tx2"/>
              </a:solidFill>
            </a:endParaRPr>
          </a:p>
        </p:txBody>
      </p:sp>
      <p:sp>
        <p:nvSpPr>
          <p:cNvPr id="34" name="TextBox 33">
            <a:extLst>
              <a:ext uri="{FF2B5EF4-FFF2-40B4-BE49-F238E27FC236}">
                <a16:creationId xmlns:a16="http://schemas.microsoft.com/office/drawing/2014/main" id="{EAAA4666-65FC-080E-5D83-77431C63E3B1}"/>
              </a:ext>
            </a:extLst>
          </p:cNvPr>
          <p:cNvSpPr txBox="1">
            <a:spLocks noChangeAspect="1"/>
          </p:cNvSpPr>
          <p:nvPr userDrawn="1"/>
        </p:nvSpPr>
        <p:spPr>
          <a:xfrm>
            <a:off x="3809268" y="2148583"/>
            <a:ext cx="1525463" cy="1455836"/>
          </a:xfrm>
          <a:prstGeom prst="rect">
            <a:avLst/>
          </a:prstGeom>
          <a:solidFill>
            <a:schemeClr val="bg1"/>
          </a:solidFill>
        </p:spPr>
        <p:txBody>
          <a:bodyPr wrap="square" rtlCol="0" anchor="ctr" anchorCtr="0">
            <a:noAutofit/>
          </a:bodyPr>
          <a:lstStyle/>
          <a:p>
            <a:pPr lvl="0" algn="ctr"/>
            <a:endParaRPr lang="en-US" sz="1200">
              <a:solidFill>
                <a:srgbClr val="032044"/>
              </a:solidFill>
            </a:endParaRPr>
          </a:p>
        </p:txBody>
      </p:sp>
      <p:sp>
        <p:nvSpPr>
          <p:cNvPr id="33" name="TextBox 32">
            <a:extLst>
              <a:ext uri="{FF2B5EF4-FFF2-40B4-BE49-F238E27FC236}">
                <a16:creationId xmlns:a16="http://schemas.microsoft.com/office/drawing/2014/main" id="{AE23FD17-5D3C-68B2-9715-5460E4605319}"/>
              </a:ext>
            </a:extLst>
          </p:cNvPr>
          <p:cNvSpPr txBox="1">
            <a:spLocks noChangeAspect="1"/>
          </p:cNvSpPr>
          <p:nvPr userDrawn="1"/>
        </p:nvSpPr>
        <p:spPr>
          <a:xfrm>
            <a:off x="2249520" y="2148583"/>
            <a:ext cx="1525463" cy="1455836"/>
          </a:xfrm>
          <a:prstGeom prst="rect">
            <a:avLst/>
          </a:prstGeom>
          <a:solidFill>
            <a:schemeClr val="bg1"/>
          </a:solidFill>
        </p:spPr>
        <p:txBody>
          <a:bodyPr wrap="square" rtlCol="0" anchor="ctr" anchorCtr="0">
            <a:noAutofit/>
          </a:bodyPr>
          <a:lstStyle/>
          <a:p>
            <a:pPr lvl="0" algn="ctr"/>
            <a:endParaRPr lang="en-US" sz="1200">
              <a:solidFill>
                <a:srgbClr val="032044"/>
              </a:solidFill>
            </a:endParaRPr>
          </a:p>
        </p:txBody>
      </p:sp>
      <p:sp>
        <p:nvSpPr>
          <p:cNvPr id="32" name="TextBox 31">
            <a:extLst>
              <a:ext uri="{FF2B5EF4-FFF2-40B4-BE49-F238E27FC236}">
                <a16:creationId xmlns:a16="http://schemas.microsoft.com/office/drawing/2014/main" id="{A589E598-7B72-8ED8-378C-A909C99C4C2B}"/>
              </a:ext>
            </a:extLst>
          </p:cNvPr>
          <p:cNvSpPr txBox="1">
            <a:spLocks noChangeAspect="1"/>
          </p:cNvSpPr>
          <p:nvPr userDrawn="1"/>
        </p:nvSpPr>
        <p:spPr>
          <a:xfrm>
            <a:off x="689772" y="2148583"/>
            <a:ext cx="1525463" cy="1455836"/>
          </a:xfrm>
          <a:prstGeom prst="rect">
            <a:avLst/>
          </a:prstGeom>
          <a:solidFill>
            <a:schemeClr val="bg1"/>
          </a:solidFill>
        </p:spPr>
        <p:txBody>
          <a:bodyPr wrap="square" rtlCol="0" anchor="ctr" anchorCtr="0">
            <a:noAutofit/>
          </a:bodyPr>
          <a:lstStyle/>
          <a:p>
            <a:pPr lvl="0" algn="ctr"/>
            <a:endParaRPr lang="en-US" sz="1200">
              <a:solidFill>
                <a:srgbClr val="032044"/>
              </a:solidFill>
            </a:endParaRPr>
          </a:p>
        </p:txBody>
      </p:sp>
      <p:pic>
        <p:nvPicPr>
          <p:cNvPr id="2" name="Picture 1">
            <a:extLst>
              <a:ext uri="{FF2B5EF4-FFF2-40B4-BE49-F238E27FC236}">
                <a16:creationId xmlns:a16="http://schemas.microsoft.com/office/drawing/2014/main" id="{CBF575E1-2C53-5D7A-809B-162E758EF3A6}"/>
              </a:ext>
            </a:extLst>
          </p:cNvPr>
          <p:cNvPicPr>
            <a:picLocks noChangeAspect="1"/>
          </p:cNvPicPr>
          <p:nvPr userDrawn="1"/>
        </p:nvPicPr>
        <p:blipFill>
          <a:blip r:embed="rId2" cstate="screen">
            <a:alphaModFix amt="7000"/>
            <a:extLst>
              <a:ext uri="{28A0092B-C50C-407E-A947-70E740481C1C}">
                <a14:useLocalDpi xmlns:a14="http://schemas.microsoft.com/office/drawing/2010/main"/>
              </a:ext>
            </a:extLst>
          </a:blip>
          <a:srcRect/>
          <a:stretch/>
        </p:blipFill>
        <p:spPr>
          <a:xfrm>
            <a:off x="0" y="0"/>
            <a:ext cx="5764696" cy="5212080"/>
          </a:xfrm>
          <a:prstGeom prst="rect">
            <a:avLst/>
          </a:prstGeom>
        </p:spPr>
      </p:pic>
      <p:sp>
        <p:nvSpPr>
          <p:cNvPr id="3" name="Title 2">
            <a:extLst>
              <a:ext uri="{FF2B5EF4-FFF2-40B4-BE49-F238E27FC236}">
                <a16:creationId xmlns:a16="http://schemas.microsoft.com/office/drawing/2014/main" id="{993BBB5C-E1D1-89D6-8A47-77F6CA0C3F63}"/>
              </a:ext>
            </a:extLst>
          </p:cNvPr>
          <p:cNvSpPr>
            <a:spLocks noGrp="1"/>
          </p:cNvSpPr>
          <p:nvPr>
            <p:ph type="title" hasCustomPrompt="1"/>
          </p:nvPr>
        </p:nvSpPr>
        <p:spPr>
          <a:xfrm>
            <a:off x="585364" y="429768"/>
            <a:ext cx="6867144" cy="429768"/>
          </a:xfrm>
          <a:prstGeom prst="rect">
            <a:avLst/>
          </a:prstGeom>
        </p:spPr>
        <p:txBody>
          <a:bodyPr/>
          <a:lstStyle>
            <a:lvl1pPr>
              <a:defRPr sz="2400" b="1">
                <a:solidFill>
                  <a:srgbClr val="F8F4F1"/>
                </a:solidFill>
                <a:latin typeface="Aptos" panose="020B0004020202020204" pitchFamily="34" charset="0"/>
              </a:defRPr>
            </a:lvl1pPr>
          </a:lstStyle>
          <a:p>
            <a:r>
              <a:rPr lang="en-US" dirty="0"/>
              <a:t>This is a heading</a:t>
            </a:r>
          </a:p>
        </p:txBody>
      </p:sp>
      <p:sp>
        <p:nvSpPr>
          <p:cNvPr id="12" name="Text Placeholder 11">
            <a:extLst>
              <a:ext uri="{FF2B5EF4-FFF2-40B4-BE49-F238E27FC236}">
                <a16:creationId xmlns:a16="http://schemas.microsoft.com/office/drawing/2014/main" id="{710FE090-CFFB-42CE-40B2-4C8609CE3DBF}"/>
              </a:ext>
            </a:extLst>
          </p:cNvPr>
          <p:cNvSpPr>
            <a:spLocks noGrp="1"/>
          </p:cNvSpPr>
          <p:nvPr userDrawn="1">
            <p:ph type="body" sz="quarter" idx="10" hasCustomPrompt="1"/>
          </p:nvPr>
        </p:nvSpPr>
        <p:spPr>
          <a:xfrm>
            <a:off x="585216" y="1088136"/>
            <a:ext cx="5312664" cy="365760"/>
          </a:xfrm>
          <a:prstGeom prst="rect">
            <a:avLst/>
          </a:prstGeom>
        </p:spPr>
        <p:txBody>
          <a:bodyPr/>
          <a:lstStyle>
            <a:lvl1pPr>
              <a:buNone/>
              <a:defRPr sz="1800" b="1" cap="all" baseline="0">
                <a:solidFill>
                  <a:srgbClr val="F15922"/>
                </a:solidFill>
              </a:defRPr>
            </a:lvl1pPr>
          </a:lstStyle>
          <a:p>
            <a:pPr lvl="0"/>
            <a:r>
              <a:rPr lang="en-US" dirty="0"/>
              <a:t>subheading here</a:t>
            </a:r>
          </a:p>
        </p:txBody>
      </p:sp>
      <p:sp>
        <p:nvSpPr>
          <p:cNvPr id="14" name="Text Placeholder 13">
            <a:extLst>
              <a:ext uri="{FF2B5EF4-FFF2-40B4-BE49-F238E27FC236}">
                <a16:creationId xmlns:a16="http://schemas.microsoft.com/office/drawing/2014/main" id="{527FEDBA-58B4-A4AA-A949-B3638E3D6995}"/>
              </a:ext>
            </a:extLst>
          </p:cNvPr>
          <p:cNvSpPr>
            <a:spLocks noGrp="1"/>
          </p:cNvSpPr>
          <p:nvPr userDrawn="1">
            <p:ph type="body" sz="quarter" idx="11" hasCustomPrompt="1"/>
          </p:nvPr>
        </p:nvSpPr>
        <p:spPr>
          <a:xfrm>
            <a:off x="585216" y="1545336"/>
            <a:ext cx="4197096" cy="315407"/>
          </a:xfrm>
          <a:prstGeom prst="rect">
            <a:avLst/>
          </a:prstGeom>
        </p:spPr>
        <p:txBody>
          <a:bodyPr>
            <a:spAutoFit/>
          </a:bodyPr>
          <a:lstStyle>
            <a:lvl1pPr>
              <a:buNone/>
              <a:defRPr sz="1600">
                <a:solidFill>
                  <a:srgbClr val="F8F4F1"/>
                </a:solidFill>
              </a:defRPr>
            </a:lvl1pPr>
          </a:lstStyle>
          <a:p>
            <a:pPr lvl="0"/>
            <a:r>
              <a:rPr lang="en-US" dirty="0"/>
              <a:t>A write-up follows the heading.</a:t>
            </a:r>
          </a:p>
        </p:txBody>
      </p:sp>
      <p:sp>
        <p:nvSpPr>
          <p:cNvPr id="16" name="Text Placeholder 15">
            <a:extLst>
              <a:ext uri="{FF2B5EF4-FFF2-40B4-BE49-F238E27FC236}">
                <a16:creationId xmlns:a16="http://schemas.microsoft.com/office/drawing/2014/main" id="{C0D0D767-431B-D381-1000-B51276124BE0}"/>
              </a:ext>
            </a:extLst>
          </p:cNvPr>
          <p:cNvSpPr>
            <a:spLocks noGrp="1"/>
          </p:cNvSpPr>
          <p:nvPr>
            <p:ph type="body" sz="quarter" idx="12" hasCustomPrompt="1"/>
          </p:nvPr>
        </p:nvSpPr>
        <p:spPr>
          <a:xfrm>
            <a:off x="689771" y="2250597"/>
            <a:ext cx="1525463" cy="355443"/>
          </a:xfrm>
          <a:prstGeom prst="rect">
            <a:avLst/>
          </a:prstGeom>
        </p:spPr>
        <p:txBody>
          <a:bodyPr/>
          <a:lstStyle>
            <a:lvl1pPr algn="ctr">
              <a:buNone/>
              <a:defRPr sz="2800" b="1">
                <a:solidFill>
                  <a:srgbClr val="265BF7"/>
                </a:solidFill>
              </a:defRPr>
            </a:lvl1pPr>
          </a:lstStyle>
          <a:p>
            <a:pPr lvl="0"/>
            <a:r>
              <a:rPr lang="en-US" dirty="0"/>
              <a:t>XXXXX</a:t>
            </a:r>
          </a:p>
        </p:txBody>
      </p:sp>
      <p:sp>
        <p:nvSpPr>
          <p:cNvPr id="18" name="Text Placeholder 17">
            <a:extLst>
              <a:ext uri="{FF2B5EF4-FFF2-40B4-BE49-F238E27FC236}">
                <a16:creationId xmlns:a16="http://schemas.microsoft.com/office/drawing/2014/main" id="{CC7F7F55-677D-17EB-CD18-1611020CE5D9}"/>
              </a:ext>
            </a:extLst>
          </p:cNvPr>
          <p:cNvSpPr>
            <a:spLocks noGrp="1"/>
          </p:cNvSpPr>
          <p:nvPr>
            <p:ph type="body" sz="quarter" idx="13" hasCustomPrompt="1"/>
          </p:nvPr>
        </p:nvSpPr>
        <p:spPr>
          <a:xfrm>
            <a:off x="689771" y="2674387"/>
            <a:ext cx="1525463" cy="247354"/>
          </a:xfrm>
          <a:prstGeom prst="rect">
            <a:avLst/>
          </a:prstGeom>
        </p:spPr>
        <p:txBody>
          <a:bodyPr/>
          <a:lstStyle>
            <a:lvl1pPr algn="ctr">
              <a:buNone/>
              <a:defRPr sz="1600" b="1">
                <a:solidFill>
                  <a:srgbClr val="D3430D"/>
                </a:solidFill>
              </a:defRPr>
            </a:lvl1pPr>
          </a:lstStyle>
          <a:p>
            <a:pPr lvl="0"/>
            <a:r>
              <a:rPr lang="en-US" b="1" dirty="0"/>
              <a:t>Statistic 1</a:t>
            </a:r>
            <a:endParaRPr lang="en-US" dirty="0"/>
          </a:p>
        </p:txBody>
      </p:sp>
      <p:sp>
        <p:nvSpPr>
          <p:cNvPr id="20" name="Text Placeholder 19">
            <a:extLst>
              <a:ext uri="{FF2B5EF4-FFF2-40B4-BE49-F238E27FC236}">
                <a16:creationId xmlns:a16="http://schemas.microsoft.com/office/drawing/2014/main" id="{813947BE-B243-EDE8-E548-12CC73150246}"/>
              </a:ext>
            </a:extLst>
          </p:cNvPr>
          <p:cNvSpPr>
            <a:spLocks noGrp="1"/>
          </p:cNvSpPr>
          <p:nvPr>
            <p:ph type="body" sz="quarter" idx="14" hasCustomPrompt="1"/>
          </p:nvPr>
        </p:nvSpPr>
        <p:spPr>
          <a:xfrm>
            <a:off x="689770" y="2921741"/>
            <a:ext cx="1525463" cy="678879"/>
          </a:xfrm>
          <a:prstGeom prst="rect">
            <a:avLst/>
          </a:prstGeom>
        </p:spPr>
        <p:txBody>
          <a:bodyPr wrap="square">
            <a:noAutofit/>
          </a:bodyPr>
          <a:lstStyle>
            <a:lvl1pPr marL="0" indent="0" algn="ctr">
              <a:spcBef>
                <a:spcPts val="0"/>
              </a:spcBef>
              <a:buNone/>
              <a:defRPr sz="1200">
                <a:solidFill>
                  <a:srgbClr val="032044"/>
                </a:solidFill>
              </a:defRPr>
            </a:lvl1pPr>
          </a:lstStyle>
          <a:p>
            <a:pPr lvl="0"/>
            <a:r>
              <a:rPr lang="en-US" dirty="0"/>
              <a:t>Additional copy here. You can use 3-5 lines here.</a:t>
            </a:r>
          </a:p>
        </p:txBody>
      </p:sp>
      <p:sp>
        <p:nvSpPr>
          <p:cNvPr id="21" name="Text Placeholder 15">
            <a:extLst>
              <a:ext uri="{FF2B5EF4-FFF2-40B4-BE49-F238E27FC236}">
                <a16:creationId xmlns:a16="http://schemas.microsoft.com/office/drawing/2014/main" id="{FF6BD571-8B54-AC37-CEFF-BFFA75F8E216}"/>
              </a:ext>
            </a:extLst>
          </p:cNvPr>
          <p:cNvSpPr>
            <a:spLocks noGrp="1"/>
          </p:cNvSpPr>
          <p:nvPr>
            <p:ph type="body" sz="quarter" idx="15" hasCustomPrompt="1"/>
          </p:nvPr>
        </p:nvSpPr>
        <p:spPr>
          <a:xfrm>
            <a:off x="2249519" y="2250597"/>
            <a:ext cx="1525463" cy="355443"/>
          </a:xfrm>
          <a:prstGeom prst="rect">
            <a:avLst/>
          </a:prstGeom>
        </p:spPr>
        <p:txBody>
          <a:bodyPr/>
          <a:lstStyle>
            <a:lvl1pPr algn="ctr">
              <a:buNone/>
              <a:defRPr sz="2800" b="1">
                <a:solidFill>
                  <a:srgbClr val="265BF7"/>
                </a:solidFill>
              </a:defRPr>
            </a:lvl1pPr>
          </a:lstStyle>
          <a:p>
            <a:pPr lvl="0"/>
            <a:r>
              <a:rPr lang="en-US" dirty="0"/>
              <a:t>XXXXX</a:t>
            </a:r>
          </a:p>
        </p:txBody>
      </p:sp>
      <p:sp>
        <p:nvSpPr>
          <p:cNvPr id="25" name="Text Placeholder 17">
            <a:extLst>
              <a:ext uri="{FF2B5EF4-FFF2-40B4-BE49-F238E27FC236}">
                <a16:creationId xmlns:a16="http://schemas.microsoft.com/office/drawing/2014/main" id="{74C9E9DE-62A0-02C2-2921-233B09E5A13E}"/>
              </a:ext>
            </a:extLst>
          </p:cNvPr>
          <p:cNvSpPr>
            <a:spLocks noGrp="1"/>
          </p:cNvSpPr>
          <p:nvPr>
            <p:ph type="body" sz="quarter" idx="19" hasCustomPrompt="1"/>
          </p:nvPr>
        </p:nvSpPr>
        <p:spPr>
          <a:xfrm>
            <a:off x="2249518" y="2675793"/>
            <a:ext cx="1525463" cy="247354"/>
          </a:xfrm>
          <a:prstGeom prst="rect">
            <a:avLst/>
          </a:prstGeom>
        </p:spPr>
        <p:txBody>
          <a:bodyPr/>
          <a:lstStyle>
            <a:lvl1pPr algn="ctr">
              <a:buNone/>
              <a:defRPr sz="1600" b="1">
                <a:solidFill>
                  <a:srgbClr val="D3430D"/>
                </a:solidFill>
              </a:defRPr>
            </a:lvl1pPr>
          </a:lstStyle>
          <a:p>
            <a:pPr lvl="0"/>
            <a:r>
              <a:rPr lang="en-US" b="1" dirty="0"/>
              <a:t>Statistic 2</a:t>
            </a:r>
            <a:endParaRPr lang="en-US" dirty="0"/>
          </a:p>
        </p:txBody>
      </p:sp>
      <p:sp>
        <p:nvSpPr>
          <p:cNvPr id="26" name="Text Placeholder 19">
            <a:extLst>
              <a:ext uri="{FF2B5EF4-FFF2-40B4-BE49-F238E27FC236}">
                <a16:creationId xmlns:a16="http://schemas.microsoft.com/office/drawing/2014/main" id="{A4D8862F-687A-E0BE-9090-DDD41959CE0A}"/>
              </a:ext>
            </a:extLst>
          </p:cNvPr>
          <p:cNvSpPr>
            <a:spLocks noGrp="1"/>
          </p:cNvSpPr>
          <p:nvPr>
            <p:ph type="body" sz="quarter" idx="20" hasCustomPrompt="1"/>
          </p:nvPr>
        </p:nvSpPr>
        <p:spPr>
          <a:xfrm>
            <a:off x="2249517" y="2923147"/>
            <a:ext cx="1525463" cy="678879"/>
          </a:xfrm>
          <a:prstGeom prst="rect">
            <a:avLst/>
          </a:prstGeom>
        </p:spPr>
        <p:txBody>
          <a:bodyPr wrap="square">
            <a:noAutofit/>
          </a:bodyPr>
          <a:lstStyle>
            <a:lvl1pPr marL="0" indent="0" algn="ctr">
              <a:spcBef>
                <a:spcPts val="0"/>
              </a:spcBef>
              <a:buNone/>
              <a:defRPr sz="1200">
                <a:solidFill>
                  <a:srgbClr val="032044"/>
                </a:solidFill>
              </a:defRPr>
            </a:lvl1pPr>
          </a:lstStyle>
          <a:p>
            <a:pPr lvl="0"/>
            <a:r>
              <a:rPr lang="en-US" dirty="0"/>
              <a:t>Additional copy here. You can use 3-5 lines here.</a:t>
            </a:r>
          </a:p>
        </p:txBody>
      </p:sp>
      <p:sp>
        <p:nvSpPr>
          <p:cNvPr id="22" name="Text Placeholder 15">
            <a:extLst>
              <a:ext uri="{FF2B5EF4-FFF2-40B4-BE49-F238E27FC236}">
                <a16:creationId xmlns:a16="http://schemas.microsoft.com/office/drawing/2014/main" id="{926740DF-1DE6-34D5-D50B-83416066E4FC}"/>
              </a:ext>
            </a:extLst>
          </p:cNvPr>
          <p:cNvSpPr>
            <a:spLocks noGrp="1"/>
          </p:cNvSpPr>
          <p:nvPr>
            <p:ph type="body" sz="quarter" idx="16" hasCustomPrompt="1"/>
          </p:nvPr>
        </p:nvSpPr>
        <p:spPr>
          <a:xfrm>
            <a:off x="3809267" y="2250597"/>
            <a:ext cx="1525463" cy="355443"/>
          </a:xfrm>
          <a:prstGeom prst="rect">
            <a:avLst/>
          </a:prstGeom>
        </p:spPr>
        <p:txBody>
          <a:bodyPr/>
          <a:lstStyle>
            <a:lvl1pPr algn="ctr">
              <a:buNone/>
              <a:defRPr sz="2800" b="1">
                <a:solidFill>
                  <a:srgbClr val="265BF7"/>
                </a:solidFill>
              </a:defRPr>
            </a:lvl1pPr>
          </a:lstStyle>
          <a:p>
            <a:pPr lvl="0"/>
            <a:r>
              <a:rPr lang="en-US" dirty="0"/>
              <a:t>XXXXX</a:t>
            </a:r>
          </a:p>
        </p:txBody>
      </p:sp>
      <p:sp>
        <p:nvSpPr>
          <p:cNvPr id="38" name="Text Placeholder 17">
            <a:extLst>
              <a:ext uri="{FF2B5EF4-FFF2-40B4-BE49-F238E27FC236}">
                <a16:creationId xmlns:a16="http://schemas.microsoft.com/office/drawing/2014/main" id="{2F5E24EB-B923-6231-85FC-41AFF93B89AB}"/>
              </a:ext>
            </a:extLst>
          </p:cNvPr>
          <p:cNvSpPr>
            <a:spLocks noGrp="1"/>
          </p:cNvSpPr>
          <p:nvPr>
            <p:ph type="body" sz="quarter" idx="21" hasCustomPrompt="1"/>
          </p:nvPr>
        </p:nvSpPr>
        <p:spPr>
          <a:xfrm>
            <a:off x="3809263" y="2674387"/>
            <a:ext cx="1525463" cy="247354"/>
          </a:xfrm>
          <a:prstGeom prst="rect">
            <a:avLst/>
          </a:prstGeom>
        </p:spPr>
        <p:txBody>
          <a:bodyPr/>
          <a:lstStyle>
            <a:lvl1pPr algn="ctr">
              <a:buNone/>
              <a:defRPr sz="1600" b="1">
                <a:solidFill>
                  <a:srgbClr val="D3430D"/>
                </a:solidFill>
              </a:defRPr>
            </a:lvl1pPr>
          </a:lstStyle>
          <a:p>
            <a:pPr lvl="0"/>
            <a:r>
              <a:rPr lang="en-US" b="1" dirty="0"/>
              <a:t>Statistic 3</a:t>
            </a:r>
            <a:endParaRPr lang="en-US" dirty="0"/>
          </a:p>
        </p:txBody>
      </p:sp>
      <p:sp>
        <p:nvSpPr>
          <p:cNvPr id="39" name="Text Placeholder 19">
            <a:extLst>
              <a:ext uri="{FF2B5EF4-FFF2-40B4-BE49-F238E27FC236}">
                <a16:creationId xmlns:a16="http://schemas.microsoft.com/office/drawing/2014/main" id="{522BBFD3-FE63-9A94-00C0-85BCE998E3B8}"/>
              </a:ext>
            </a:extLst>
          </p:cNvPr>
          <p:cNvSpPr>
            <a:spLocks noGrp="1"/>
          </p:cNvSpPr>
          <p:nvPr>
            <p:ph type="body" sz="quarter" idx="22" hasCustomPrompt="1"/>
          </p:nvPr>
        </p:nvSpPr>
        <p:spPr>
          <a:xfrm>
            <a:off x="3809262" y="2921741"/>
            <a:ext cx="1525463" cy="678879"/>
          </a:xfrm>
          <a:prstGeom prst="rect">
            <a:avLst/>
          </a:prstGeom>
        </p:spPr>
        <p:txBody>
          <a:bodyPr wrap="square">
            <a:noAutofit/>
          </a:bodyPr>
          <a:lstStyle>
            <a:lvl1pPr marL="0" indent="0" algn="ctr">
              <a:spcBef>
                <a:spcPts val="0"/>
              </a:spcBef>
              <a:buNone/>
              <a:defRPr sz="1200">
                <a:solidFill>
                  <a:srgbClr val="032044"/>
                </a:solidFill>
              </a:defRPr>
            </a:lvl1pPr>
          </a:lstStyle>
          <a:p>
            <a:pPr lvl="0"/>
            <a:r>
              <a:rPr lang="en-US" dirty="0"/>
              <a:t>Additional copy here. You can use 3-5 lines here.</a:t>
            </a:r>
          </a:p>
        </p:txBody>
      </p:sp>
      <p:sp>
        <p:nvSpPr>
          <p:cNvPr id="23" name="Text Placeholder 15">
            <a:extLst>
              <a:ext uri="{FF2B5EF4-FFF2-40B4-BE49-F238E27FC236}">
                <a16:creationId xmlns:a16="http://schemas.microsoft.com/office/drawing/2014/main" id="{BBDA038D-4F74-EE00-538E-C1E9B98A0846}"/>
              </a:ext>
            </a:extLst>
          </p:cNvPr>
          <p:cNvSpPr>
            <a:spLocks noGrp="1"/>
          </p:cNvSpPr>
          <p:nvPr>
            <p:ph type="body" sz="quarter" idx="17" hasCustomPrompt="1"/>
          </p:nvPr>
        </p:nvSpPr>
        <p:spPr>
          <a:xfrm>
            <a:off x="5369016" y="2250597"/>
            <a:ext cx="1525463" cy="355443"/>
          </a:xfrm>
          <a:prstGeom prst="rect">
            <a:avLst/>
          </a:prstGeom>
        </p:spPr>
        <p:txBody>
          <a:bodyPr/>
          <a:lstStyle>
            <a:lvl1pPr algn="ctr">
              <a:buNone/>
              <a:defRPr sz="2800" b="1">
                <a:solidFill>
                  <a:srgbClr val="265BF7"/>
                </a:solidFill>
              </a:defRPr>
            </a:lvl1pPr>
          </a:lstStyle>
          <a:p>
            <a:pPr lvl="0"/>
            <a:r>
              <a:rPr lang="en-US" dirty="0"/>
              <a:t>XXXXX</a:t>
            </a:r>
          </a:p>
        </p:txBody>
      </p:sp>
      <p:sp>
        <p:nvSpPr>
          <p:cNvPr id="40" name="Text Placeholder 17">
            <a:extLst>
              <a:ext uri="{FF2B5EF4-FFF2-40B4-BE49-F238E27FC236}">
                <a16:creationId xmlns:a16="http://schemas.microsoft.com/office/drawing/2014/main" id="{835278DF-79D7-DCAA-3AD9-43E0A43F2A8C}"/>
              </a:ext>
            </a:extLst>
          </p:cNvPr>
          <p:cNvSpPr>
            <a:spLocks noGrp="1"/>
          </p:cNvSpPr>
          <p:nvPr>
            <p:ph type="body" sz="quarter" idx="23" hasCustomPrompt="1"/>
          </p:nvPr>
        </p:nvSpPr>
        <p:spPr>
          <a:xfrm>
            <a:off x="5369005" y="2674387"/>
            <a:ext cx="1525463" cy="247354"/>
          </a:xfrm>
          <a:prstGeom prst="rect">
            <a:avLst/>
          </a:prstGeom>
        </p:spPr>
        <p:txBody>
          <a:bodyPr/>
          <a:lstStyle>
            <a:lvl1pPr algn="ctr">
              <a:buNone/>
              <a:defRPr sz="1600" b="1">
                <a:solidFill>
                  <a:srgbClr val="D3430D"/>
                </a:solidFill>
              </a:defRPr>
            </a:lvl1pPr>
          </a:lstStyle>
          <a:p>
            <a:pPr lvl="0"/>
            <a:r>
              <a:rPr lang="en-US" b="1" dirty="0"/>
              <a:t>Statistic 4</a:t>
            </a:r>
            <a:endParaRPr lang="en-US" dirty="0"/>
          </a:p>
        </p:txBody>
      </p:sp>
      <p:sp>
        <p:nvSpPr>
          <p:cNvPr id="41" name="Text Placeholder 19">
            <a:extLst>
              <a:ext uri="{FF2B5EF4-FFF2-40B4-BE49-F238E27FC236}">
                <a16:creationId xmlns:a16="http://schemas.microsoft.com/office/drawing/2014/main" id="{5D1F3180-61EE-96C1-4DD2-E8CFBA94B93F}"/>
              </a:ext>
            </a:extLst>
          </p:cNvPr>
          <p:cNvSpPr>
            <a:spLocks noGrp="1"/>
          </p:cNvSpPr>
          <p:nvPr>
            <p:ph type="body" sz="quarter" idx="24" hasCustomPrompt="1"/>
          </p:nvPr>
        </p:nvSpPr>
        <p:spPr>
          <a:xfrm>
            <a:off x="5369004" y="2921741"/>
            <a:ext cx="1525463" cy="678879"/>
          </a:xfrm>
          <a:prstGeom prst="rect">
            <a:avLst/>
          </a:prstGeom>
        </p:spPr>
        <p:txBody>
          <a:bodyPr wrap="square">
            <a:noAutofit/>
          </a:bodyPr>
          <a:lstStyle>
            <a:lvl1pPr marL="0" indent="0" algn="ctr">
              <a:spcBef>
                <a:spcPts val="0"/>
              </a:spcBef>
              <a:buNone/>
              <a:defRPr sz="1200">
                <a:solidFill>
                  <a:srgbClr val="032044"/>
                </a:solidFill>
              </a:defRPr>
            </a:lvl1pPr>
          </a:lstStyle>
          <a:p>
            <a:pPr lvl="0"/>
            <a:r>
              <a:rPr lang="en-US" dirty="0"/>
              <a:t>Additional copy here. You can use 3-5 lines here.</a:t>
            </a:r>
          </a:p>
        </p:txBody>
      </p:sp>
      <p:sp>
        <p:nvSpPr>
          <p:cNvPr id="24" name="Text Placeholder 15">
            <a:extLst>
              <a:ext uri="{FF2B5EF4-FFF2-40B4-BE49-F238E27FC236}">
                <a16:creationId xmlns:a16="http://schemas.microsoft.com/office/drawing/2014/main" id="{C20B3297-F8D6-69B5-6F66-5CC01124C1A4}"/>
              </a:ext>
            </a:extLst>
          </p:cNvPr>
          <p:cNvSpPr>
            <a:spLocks noGrp="1"/>
          </p:cNvSpPr>
          <p:nvPr>
            <p:ph type="body" sz="quarter" idx="18" hasCustomPrompt="1"/>
          </p:nvPr>
        </p:nvSpPr>
        <p:spPr>
          <a:xfrm>
            <a:off x="6928765" y="2250597"/>
            <a:ext cx="1525463" cy="355443"/>
          </a:xfrm>
          <a:prstGeom prst="rect">
            <a:avLst/>
          </a:prstGeom>
        </p:spPr>
        <p:txBody>
          <a:bodyPr/>
          <a:lstStyle>
            <a:lvl1pPr algn="ctr">
              <a:buNone/>
              <a:defRPr sz="2800" b="1">
                <a:solidFill>
                  <a:srgbClr val="265BF7"/>
                </a:solidFill>
              </a:defRPr>
            </a:lvl1pPr>
          </a:lstStyle>
          <a:p>
            <a:pPr lvl="0"/>
            <a:r>
              <a:rPr lang="en-US" dirty="0"/>
              <a:t>XXXXX</a:t>
            </a:r>
          </a:p>
        </p:txBody>
      </p:sp>
      <p:sp>
        <p:nvSpPr>
          <p:cNvPr id="42" name="Text Placeholder 17">
            <a:extLst>
              <a:ext uri="{FF2B5EF4-FFF2-40B4-BE49-F238E27FC236}">
                <a16:creationId xmlns:a16="http://schemas.microsoft.com/office/drawing/2014/main" id="{BDD9E705-AD5E-898A-4237-497D4F79FEA9}"/>
              </a:ext>
            </a:extLst>
          </p:cNvPr>
          <p:cNvSpPr>
            <a:spLocks noGrp="1"/>
          </p:cNvSpPr>
          <p:nvPr>
            <p:ph type="body" sz="quarter" idx="25" hasCustomPrompt="1"/>
          </p:nvPr>
        </p:nvSpPr>
        <p:spPr>
          <a:xfrm>
            <a:off x="6928741" y="2674387"/>
            <a:ext cx="1525463" cy="247354"/>
          </a:xfrm>
          <a:prstGeom prst="rect">
            <a:avLst/>
          </a:prstGeom>
        </p:spPr>
        <p:txBody>
          <a:bodyPr/>
          <a:lstStyle>
            <a:lvl1pPr algn="ctr">
              <a:buNone/>
              <a:defRPr sz="1600" b="1">
                <a:solidFill>
                  <a:srgbClr val="D3430D"/>
                </a:solidFill>
              </a:defRPr>
            </a:lvl1pPr>
          </a:lstStyle>
          <a:p>
            <a:pPr lvl="0"/>
            <a:r>
              <a:rPr lang="en-US" b="1" dirty="0"/>
              <a:t>Statistic 5</a:t>
            </a:r>
            <a:endParaRPr lang="en-US" dirty="0"/>
          </a:p>
        </p:txBody>
      </p:sp>
      <p:sp>
        <p:nvSpPr>
          <p:cNvPr id="43" name="Text Placeholder 19">
            <a:extLst>
              <a:ext uri="{FF2B5EF4-FFF2-40B4-BE49-F238E27FC236}">
                <a16:creationId xmlns:a16="http://schemas.microsoft.com/office/drawing/2014/main" id="{546DA371-A92F-89E9-EC4E-2E952010CF4F}"/>
              </a:ext>
            </a:extLst>
          </p:cNvPr>
          <p:cNvSpPr>
            <a:spLocks noGrp="1"/>
          </p:cNvSpPr>
          <p:nvPr>
            <p:ph type="body" sz="quarter" idx="26" hasCustomPrompt="1"/>
          </p:nvPr>
        </p:nvSpPr>
        <p:spPr>
          <a:xfrm>
            <a:off x="6928740" y="2921741"/>
            <a:ext cx="1525463" cy="678879"/>
          </a:xfrm>
          <a:prstGeom prst="rect">
            <a:avLst/>
          </a:prstGeom>
        </p:spPr>
        <p:txBody>
          <a:bodyPr wrap="square">
            <a:noAutofit/>
          </a:bodyPr>
          <a:lstStyle>
            <a:lvl1pPr marL="0" indent="0" algn="ctr">
              <a:spcBef>
                <a:spcPts val="0"/>
              </a:spcBef>
              <a:buNone/>
              <a:defRPr sz="1200">
                <a:solidFill>
                  <a:srgbClr val="032044"/>
                </a:solidFill>
              </a:defRPr>
            </a:lvl1pPr>
          </a:lstStyle>
          <a:p>
            <a:pPr lvl="0"/>
            <a:r>
              <a:rPr lang="en-US" dirty="0"/>
              <a:t>Additional copy here. You can use 3-5 lines here.</a:t>
            </a:r>
          </a:p>
        </p:txBody>
      </p:sp>
      <p:pic>
        <p:nvPicPr>
          <p:cNvPr id="4" name="Picture 3">
            <a:extLst>
              <a:ext uri="{FF2B5EF4-FFF2-40B4-BE49-F238E27FC236}">
                <a16:creationId xmlns:a16="http://schemas.microsoft.com/office/drawing/2014/main" id="{AA4AAE61-C7D3-7717-18FE-BDDC08298820}"/>
              </a:ext>
            </a:extLst>
          </p:cNvPr>
          <p:cNvPicPr>
            <a:picLocks noChangeAspect="1"/>
          </p:cNvPicPr>
          <p:nvPr userDrawn="1"/>
        </p:nvPicPr>
        <p:blipFill>
          <a:blip r:embed="rId3"/>
          <a:srcRect/>
          <a:stretch/>
        </p:blipFill>
        <p:spPr>
          <a:xfrm>
            <a:off x="7344937" y="4601406"/>
            <a:ext cx="1657783" cy="511928"/>
          </a:xfrm>
          <a:prstGeom prst="rect">
            <a:avLst/>
          </a:prstGeom>
        </p:spPr>
      </p:pic>
    </p:spTree>
    <p:extLst>
      <p:ext uri="{BB962C8B-B14F-4D97-AF65-F5344CB8AC3E}">
        <p14:creationId xmlns:p14="http://schemas.microsoft.com/office/powerpoint/2010/main" val="3750823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eading, Subheading, Statistics 2">
    <p:bg>
      <p:bgPr>
        <a:solidFill>
          <a:srgbClr val="D3430D"/>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18C8EDC-CC39-445E-17C9-592357FFA003}"/>
              </a:ext>
            </a:extLst>
          </p:cNvPr>
          <p:cNvPicPr>
            <a:picLocks noChangeAspect="1"/>
          </p:cNvPicPr>
          <p:nvPr userDrawn="1"/>
        </p:nvPicPr>
        <p:blipFill>
          <a:blip r:embed="rId2" cstate="screen">
            <a:alphaModFix amt="17000"/>
            <a:extLst>
              <a:ext uri="{28A0092B-C50C-407E-A947-70E740481C1C}">
                <a14:useLocalDpi xmlns:a14="http://schemas.microsoft.com/office/drawing/2010/main"/>
              </a:ext>
            </a:extLst>
          </a:blip>
          <a:srcRect/>
          <a:stretch/>
        </p:blipFill>
        <p:spPr>
          <a:xfrm>
            <a:off x="0" y="0"/>
            <a:ext cx="5764696" cy="5212080"/>
          </a:xfrm>
          <a:prstGeom prst="rect">
            <a:avLst/>
          </a:prstGeom>
        </p:spPr>
      </p:pic>
      <p:sp>
        <p:nvSpPr>
          <p:cNvPr id="5" name="AutoShape 5">
            <a:extLst>
              <a:ext uri="{FF2B5EF4-FFF2-40B4-BE49-F238E27FC236}">
                <a16:creationId xmlns:a16="http://schemas.microsoft.com/office/drawing/2014/main" id="{6F9CAA04-7956-17F9-C6FE-96B4B6A85623}"/>
              </a:ext>
            </a:extLst>
          </p:cNvPr>
          <p:cNvSpPr/>
          <p:nvPr userDrawn="1"/>
        </p:nvSpPr>
        <p:spPr>
          <a:xfrm flipV="1">
            <a:off x="689772" y="892172"/>
            <a:ext cx="4031857" cy="0"/>
          </a:xfrm>
          <a:prstGeom prst="line">
            <a:avLst/>
          </a:prstGeom>
          <a:ln w="25400" cap="flat">
            <a:solidFill>
              <a:srgbClr val="F8F4F1"/>
            </a:solidFill>
            <a:prstDash val="solid"/>
            <a:headEnd type="none" w="sm" len="sm"/>
            <a:tailEnd type="none" w="sm" len="sm"/>
          </a:ln>
        </p:spPr>
        <p:txBody>
          <a:bodyPr/>
          <a:lstStyle/>
          <a:p>
            <a:endParaRPr lang="en-US" sz="1013">
              <a:solidFill>
                <a:schemeClr val="tx2"/>
              </a:solidFill>
            </a:endParaRPr>
          </a:p>
        </p:txBody>
      </p:sp>
      <p:sp>
        <p:nvSpPr>
          <p:cNvPr id="32" name="TextBox 31">
            <a:extLst>
              <a:ext uri="{FF2B5EF4-FFF2-40B4-BE49-F238E27FC236}">
                <a16:creationId xmlns:a16="http://schemas.microsoft.com/office/drawing/2014/main" id="{A589E598-7B72-8ED8-378C-A909C99C4C2B}"/>
              </a:ext>
            </a:extLst>
          </p:cNvPr>
          <p:cNvSpPr txBox="1">
            <a:spLocks noChangeAspect="1"/>
          </p:cNvSpPr>
          <p:nvPr userDrawn="1"/>
        </p:nvSpPr>
        <p:spPr>
          <a:xfrm>
            <a:off x="689772" y="2148583"/>
            <a:ext cx="1525463" cy="1455836"/>
          </a:xfrm>
          <a:prstGeom prst="rect">
            <a:avLst/>
          </a:prstGeom>
          <a:solidFill>
            <a:schemeClr val="bg1"/>
          </a:solidFill>
        </p:spPr>
        <p:txBody>
          <a:bodyPr wrap="square" rtlCol="0" anchor="ctr" anchorCtr="0">
            <a:noAutofit/>
          </a:bodyPr>
          <a:lstStyle/>
          <a:p>
            <a:pPr lvl="0" algn="ctr"/>
            <a:endParaRPr lang="en-US" sz="1200">
              <a:solidFill>
                <a:srgbClr val="032044"/>
              </a:solidFill>
            </a:endParaRPr>
          </a:p>
        </p:txBody>
      </p:sp>
      <p:sp>
        <p:nvSpPr>
          <p:cNvPr id="33" name="TextBox 32">
            <a:extLst>
              <a:ext uri="{FF2B5EF4-FFF2-40B4-BE49-F238E27FC236}">
                <a16:creationId xmlns:a16="http://schemas.microsoft.com/office/drawing/2014/main" id="{AE23FD17-5D3C-68B2-9715-5460E4605319}"/>
              </a:ext>
            </a:extLst>
          </p:cNvPr>
          <p:cNvSpPr txBox="1">
            <a:spLocks noChangeAspect="1"/>
          </p:cNvSpPr>
          <p:nvPr userDrawn="1"/>
        </p:nvSpPr>
        <p:spPr>
          <a:xfrm>
            <a:off x="2249520" y="2148583"/>
            <a:ext cx="1525463" cy="1455836"/>
          </a:xfrm>
          <a:prstGeom prst="rect">
            <a:avLst/>
          </a:prstGeom>
          <a:solidFill>
            <a:schemeClr val="bg1"/>
          </a:solidFill>
        </p:spPr>
        <p:txBody>
          <a:bodyPr wrap="square" rtlCol="0" anchor="ctr" anchorCtr="0">
            <a:noAutofit/>
          </a:bodyPr>
          <a:lstStyle/>
          <a:p>
            <a:pPr lvl="0" algn="ctr"/>
            <a:endParaRPr lang="en-US" sz="1200">
              <a:solidFill>
                <a:srgbClr val="032044"/>
              </a:solidFill>
            </a:endParaRPr>
          </a:p>
        </p:txBody>
      </p:sp>
      <p:sp>
        <p:nvSpPr>
          <p:cNvPr id="34" name="TextBox 33">
            <a:extLst>
              <a:ext uri="{FF2B5EF4-FFF2-40B4-BE49-F238E27FC236}">
                <a16:creationId xmlns:a16="http://schemas.microsoft.com/office/drawing/2014/main" id="{EAAA4666-65FC-080E-5D83-77431C63E3B1}"/>
              </a:ext>
            </a:extLst>
          </p:cNvPr>
          <p:cNvSpPr txBox="1">
            <a:spLocks noChangeAspect="1"/>
          </p:cNvSpPr>
          <p:nvPr userDrawn="1"/>
        </p:nvSpPr>
        <p:spPr>
          <a:xfrm>
            <a:off x="3809268" y="2148583"/>
            <a:ext cx="1525463" cy="1455836"/>
          </a:xfrm>
          <a:prstGeom prst="rect">
            <a:avLst/>
          </a:prstGeom>
          <a:solidFill>
            <a:schemeClr val="bg1"/>
          </a:solidFill>
        </p:spPr>
        <p:txBody>
          <a:bodyPr wrap="square" rtlCol="0" anchor="ctr" anchorCtr="0">
            <a:noAutofit/>
          </a:bodyPr>
          <a:lstStyle/>
          <a:p>
            <a:pPr lvl="0" algn="ctr"/>
            <a:endParaRPr lang="en-US" sz="1200">
              <a:solidFill>
                <a:srgbClr val="032044"/>
              </a:solidFill>
            </a:endParaRPr>
          </a:p>
        </p:txBody>
      </p:sp>
      <p:sp>
        <p:nvSpPr>
          <p:cNvPr id="35" name="TextBox 34">
            <a:extLst>
              <a:ext uri="{FF2B5EF4-FFF2-40B4-BE49-F238E27FC236}">
                <a16:creationId xmlns:a16="http://schemas.microsoft.com/office/drawing/2014/main" id="{49D0CFA1-9215-45AD-607C-46539D56C0A7}"/>
              </a:ext>
            </a:extLst>
          </p:cNvPr>
          <p:cNvSpPr txBox="1">
            <a:spLocks noChangeAspect="1"/>
          </p:cNvSpPr>
          <p:nvPr userDrawn="1"/>
        </p:nvSpPr>
        <p:spPr>
          <a:xfrm>
            <a:off x="5369016" y="2148583"/>
            <a:ext cx="1525463" cy="1455836"/>
          </a:xfrm>
          <a:prstGeom prst="rect">
            <a:avLst/>
          </a:prstGeom>
          <a:solidFill>
            <a:schemeClr val="bg1"/>
          </a:solidFill>
        </p:spPr>
        <p:txBody>
          <a:bodyPr wrap="square" rtlCol="0" anchor="ctr" anchorCtr="0">
            <a:noAutofit/>
          </a:bodyPr>
          <a:lstStyle/>
          <a:p>
            <a:pPr lvl="0" algn="ctr"/>
            <a:endParaRPr lang="en-US" sz="1200">
              <a:solidFill>
                <a:srgbClr val="032044"/>
              </a:solidFill>
            </a:endParaRPr>
          </a:p>
        </p:txBody>
      </p:sp>
      <p:sp>
        <p:nvSpPr>
          <p:cNvPr id="36" name="TextBox 35">
            <a:extLst>
              <a:ext uri="{FF2B5EF4-FFF2-40B4-BE49-F238E27FC236}">
                <a16:creationId xmlns:a16="http://schemas.microsoft.com/office/drawing/2014/main" id="{76685103-5B1D-7055-939E-BF00CAC4A329}"/>
              </a:ext>
            </a:extLst>
          </p:cNvPr>
          <p:cNvSpPr txBox="1">
            <a:spLocks noChangeAspect="1"/>
          </p:cNvSpPr>
          <p:nvPr userDrawn="1"/>
        </p:nvSpPr>
        <p:spPr>
          <a:xfrm>
            <a:off x="6928765" y="2148583"/>
            <a:ext cx="1525463" cy="1455836"/>
          </a:xfrm>
          <a:prstGeom prst="rect">
            <a:avLst/>
          </a:prstGeom>
          <a:solidFill>
            <a:schemeClr val="bg1"/>
          </a:solidFill>
        </p:spPr>
        <p:txBody>
          <a:bodyPr wrap="square" rtlCol="0" anchor="ctr" anchorCtr="0">
            <a:noAutofit/>
          </a:bodyPr>
          <a:lstStyle/>
          <a:p>
            <a:pPr lvl="0" algn="ctr"/>
            <a:endParaRPr lang="en-US" sz="1200">
              <a:solidFill>
                <a:srgbClr val="032044"/>
              </a:solidFill>
            </a:endParaRPr>
          </a:p>
        </p:txBody>
      </p:sp>
      <p:sp>
        <p:nvSpPr>
          <p:cNvPr id="3" name="Title 2">
            <a:extLst>
              <a:ext uri="{FF2B5EF4-FFF2-40B4-BE49-F238E27FC236}">
                <a16:creationId xmlns:a16="http://schemas.microsoft.com/office/drawing/2014/main" id="{993BBB5C-E1D1-89D6-8A47-77F6CA0C3F63}"/>
              </a:ext>
            </a:extLst>
          </p:cNvPr>
          <p:cNvSpPr>
            <a:spLocks noGrp="1"/>
          </p:cNvSpPr>
          <p:nvPr>
            <p:ph type="title" hasCustomPrompt="1"/>
          </p:nvPr>
        </p:nvSpPr>
        <p:spPr>
          <a:xfrm>
            <a:off x="585364" y="429768"/>
            <a:ext cx="6867144" cy="429768"/>
          </a:xfrm>
          <a:prstGeom prst="rect">
            <a:avLst/>
          </a:prstGeom>
        </p:spPr>
        <p:txBody>
          <a:bodyPr/>
          <a:lstStyle>
            <a:lvl1pPr>
              <a:defRPr sz="2400" b="1">
                <a:solidFill>
                  <a:srgbClr val="F8F4F1"/>
                </a:solidFill>
                <a:latin typeface="Aptos" panose="020B0004020202020204" pitchFamily="34" charset="0"/>
              </a:defRPr>
            </a:lvl1pPr>
          </a:lstStyle>
          <a:p>
            <a:r>
              <a:rPr lang="en-US" dirty="0"/>
              <a:t>This is a heading</a:t>
            </a:r>
          </a:p>
        </p:txBody>
      </p:sp>
      <p:sp>
        <p:nvSpPr>
          <p:cNvPr id="12" name="Text Placeholder 11">
            <a:extLst>
              <a:ext uri="{FF2B5EF4-FFF2-40B4-BE49-F238E27FC236}">
                <a16:creationId xmlns:a16="http://schemas.microsoft.com/office/drawing/2014/main" id="{710FE090-CFFB-42CE-40B2-4C8609CE3DBF}"/>
              </a:ext>
            </a:extLst>
          </p:cNvPr>
          <p:cNvSpPr>
            <a:spLocks noGrp="1"/>
          </p:cNvSpPr>
          <p:nvPr userDrawn="1">
            <p:ph type="body" sz="quarter" idx="10" hasCustomPrompt="1"/>
          </p:nvPr>
        </p:nvSpPr>
        <p:spPr>
          <a:xfrm>
            <a:off x="585216" y="1088136"/>
            <a:ext cx="5312664" cy="365760"/>
          </a:xfrm>
          <a:prstGeom prst="rect">
            <a:avLst/>
          </a:prstGeom>
        </p:spPr>
        <p:txBody>
          <a:bodyPr/>
          <a:lstStyle>
            <a:lvl1pPr>
              <a:buNone/>
              <a:defRPr sz="1800" b="1" cap="all" baseline="0">
                <a:solidFill>
                  <a:srgbClr val="F8F4F1"/>
                </a:solidFill>
              </a:defRPr>
            </a:lvl1pPr>
          </a:lstStyle>
          <a:p>
            <a:pPr lvl="0"/>
            <a:r>
              <a:rPr lang="en-US" dirty="0"/>
              <a:t>subheading here</a:t>
            </a:r>
          </a:p>
        </p:txBody>
      </p:sp>
      <p:sp>
        <p:nvSpPr>
          <p:cNvPr id="14" name="Text Placeholder 13">
            <a:extLst>
              <a:ext uri="{FF2B5EF4-FFF2-40B4-BE49-F238E27FC236}">
                <a16:creationId xmlns:a16="http://schemas.microsoft.com/office/drawing/2014/main" id="{527FEDBA-58B4-A4AA-A949-B3638E3D6995}"/>
              </a:ext>
            </a:extLst>
          </p:cNvPr>
          <p:cNvSpPr>
            <a:spLocks noGrp="1"/>
          </p:cNvSpPr>
          <p:nvPr userDrawn="1">
            <p:ph type="body" sz="quarter" idx="11" hasCustomPrompt="1"/>
          </p:nvPr>
        </p:nvSpPr>
        <p:spPr>
          <a:xfrm>
            <a:off x="585216" y="1545336"/>
            <a:ext cx="4197096" cy="315407"/>
          </a:xfrm>
          <a:prstGeom prst="rect">
            <a:avLst/>
          </a:prstGeom>
        </p:spPr>
        <p:txBody>
          <a:bodyPr>
            <a:spAutoFit/>
          </a:bodyPr>
          <a:lstStyle>
            <a:lvl1pPr>
              <a:buNone/>
              <a:defRPr sz="1600">
                <a:solidFill>
                  <a:srgbClr val="000000"/>
                </a:solidFill>
              </a:defRPr>
            </a:lvl1pPr>
          </a:lstStyle>
          <a:p>
            <a:pPr lvl="0"/>
            <a:r>
              <a:rPr lang="en-US" dirty="0"/>
              <a:t>A write-up follows the heading.</a:t>
            </a:r>
          </a:p>
        </p:txBody>
      </p:sp>
      <p:sp>
        <p:nvSpPr>
          <p:cNvPr id="16" name="Text Placeholder 15">
            <a:extLst>
              <a:ext uri="{FF2B5EF4-FFF2-40B4-BE49-F238E27FC236}">
                <a16:creationId xmlns:a16="http://schemas.microsoft.com/office/drawing/2014/main" id="{C0D0D767-431B-D381-1000-B51276124BE0}"/>
              </a:ext>
            </a:extLst>
          </p:cNvPr>
          <p:cNvSpPr>
            <a:spLocks noGrp="1"/>
          </p:cNvSpPr>
          <p:nvPr>
            <p:ph type="body" sz="quarter" idx="12" hasCustomPrompt="1"/>
          </p:nvPr>
        </p:nvSpPr>
        <p:spPr>
          <a:xfrm>
            <a:off x="689771" y="2250597"/>
            <a:ext cx="1525463" cy="355443"/>
          </a:xfrm>
          <a:prstGeom prst="rect">
            <a:avLst/>
          </a:prstGeom>
        </p:spPr>
        <p:txBody>
          <a:bodyPr/>
          <a:lstStyle>
            <a:lvl1pPr algn="ctr">
              <a:buNone/>
              <a:defRPr sz="2800" b="1">
                <a:solidFill>
                  <a:srgbClr val="265BF7"/>
                </a:solidFill>
              </a:defRPr>
            </a:lvl1pPr>
          </a:lstStyle>
          <a:p>
            <a:pPr lvl="0"/>
            <a:r>
              <a:rPr lang="en-US" dirty="0"/>
              <a:t>XXXXX</a:t>
            </a:r>
          </a:p>
        </p:txBody>
      </p:sp>
      <p:sp>
        <p:nvSpPr>
          <p:cNvPr id="18" name="Text Placeholder 17">
            <a:extLst>
              <a:ext uri="{FF2B5EF4-FFF2-40B4-BE49-F238E27FC236}">
                <a16:creationId xmlns:a16="http://schemas.microsoft.com/office/drawing/2014/main" id="{CC7F7F55-677D-17EB-CD18-1611020CE5D9}"/>
              </a:ext>
            </a:extLst>
          </p:cNvPr>
          <p:cNvSpPr>
            <a:spLocks noGrp="1"/>
          </p:cNvSpPr>
          <p:nvPr>
            <p:ph type="body" sz="quarter" idx="13" hasCustomPrompt="1"/>
          </p:nvPr>
        </p:nvSpPr>
        <p:spPr>
          <a:xfrm>
            <a:off x="689771" y="2674387"/>
            <a:ext cx="1525463" cy="247354"/>
          </a:xfrm>
          <a:prstGeom prst="rect">
            <a:avLst/>
          </a:prstGeom>
        </p:spPr>
        <p:txBody>
          <a:bodyPr/>
          <a:lstStyle>
            <a:lvl1pPr algn="ctr">
              <a:buNone/>
              <a:defRPr sz="1600" b="1">
                <a:solidFill>
                  <a:srgbClr val="D3430D"/>
                </a:solidFill>
              </a:defRPr>
            </a:lvl1pPr>
          </a:lstStyle>
          <a:p>
            <a:pPr lvl="0"/>
            <a:r>
              <a:rPr lang="en-US" b="1" dirty="0"/>
              <a:t>Statistic 1</a:t>
            </a:r>
            <a:endParaRPr lang="en-US" dirty="0"/>
          </a:p>
        </p:txBody>
      </p:sp>
      <p:sp>
        <p:nvSpPr>
          <p:cNvPr id="20" name="Text Placeholder 19">
            <a:extLst>
              <a:ext uri="{FF2B5EF4-FFF2-40B4-BE49-F238E27FC236}">
                <a16:creationId xmlns:a16="http://schemas.microsoft.com/office/drawing/2014/main" id="{813947BE-B243-EDE8-E548-12CC73150246}"/>
              </a:ext>
            </a:extLst>
          </p:cNvPr>
          <p:cNvSpPr>
            <a:spLocks noGrp="1"/>
          </p:cNvSpPr>
          <p:nvPr>
            <p:ph type="body" sz="quarter" idx="14" hasCustomPrompt="1"/>
          </p:nvPr>
        </p:nvSpPr>
        <p:spPr>
          <a:xfrm>
            <a:off x="689770" y="2921741"/>
            <a:ext cx="1525463" cy="678879"/>
          </a:xfrm>
          <a:prstGeom prst="rect">
            <a:avLst/>
          </a:prstGeom>
        </p:spPr>
        <p:txBody>
          <a:bodyPr wrap="square">
            <a:noAutofit/>
          </a:bodyPr>
          <a:lstStyle>
            <a:lvl1pPr marL="0" indent="0" algn="ctr">
              <a:spcBef>
                <a:spcPts val="0"/>
              </a:spcBef>
              <a:buNone/>
              <a:defRPr sz="1200">
                <a:solidFill>
                  <a:srgbClr val="032044"/>
                </a:solidFill>
              </a:defRPr>
            </a:lvl1pPr>
          </a:lstStyle>
          <a:p>
            <a:pPr lvl="0"/>
            <a:r>
              <a:rPr lang="en-US" dirty="0"/>
              <a:t>Additional copy here. You can use 3-5 lines here.</a:t>
            </a:r>
          </a:p>
        </p:txBody>
      </p:sp>
      <p:sp>
        <p:nvSpPr>
          <p:cNvPr id="21" name="Text Placeholder 15">
            <a:extLst>
              <a:ext uri="{FF2B5EF4-FFF2-40B4-BE49-F238E27FC236}">
                <a16:creationId xmlns:a16="http://schemas.microsoft.com/office/drawing/2014/main" id="{FF6BD571-8B54-AC37-CEFF-BFFA75F8E216}"/>
              </a:ext>
            </a:extLst>
          </p:cNvPr>
          <p:cNvSpPr>
            <a:spLocks noGrp="1"/>
          </p:cNvSpPr>
          <p:nvPr>
            <p:ph type="body" sz="quarter" idx="15" hasCustomPrompt="1"/>
          </p:nvPr>
        </p:nvSpPr>
        <p:spPr>
          <a:xfrm>
            <a:off x="2249519" y="2250597"/>
            <a:ext cx="1525463" cy="355443"/>
          </a:xfrm>
          <a:prstGeom prst="rect">
            <a:avLst/>
          </a:prstGeom>
        </p:spPr>
        <p:txBody>
          <a:bodyPr/>
          <a:lstStyle>
            <a:lvl1pPr algn="ctr">
              <a:buNone/>
              <a:defRPr sz="2800" b="1">
                <a:solidFill>
                  <a:srgbClr val="265BF7"/>
                </a:solidFill>
              </a:defRPr>
            </a:lvl1pPr>
          </a:lstStyle>
          <a:p>
            <a:pPr lvl="0"/>
            <a:r>
              <a:rPr lang="en-US" dirty="0"/>
              <a:t>XXXXX</a:t>
            </a:r>
          </a:p>
        </p:txBody>
      </p:sp>
      <p:sp>
        <p:nvSpPr>
          <p:cNvPr id="25" name="Text Placeholder 17">
            <a:extLst>
              <a:ext uri="{FF2B5EF4-FFF2-40B4-BE49-F238E27FC236}">
                <a16:creationId xmlns:a16="http://schemas.microsoft.com/office/drawing/2014/main" id="{74C9E9DE-62A0-02C2-2921-233B09E5A13E}"/>
              </a:ext>
            </a:extLst>
          </p:cNvPr>
          <p:cNvSpPr>
            <a:spLocks noGrp="1"/>
          </p:cNvSpPr>
          <p:nvPr>
            <p:ph type="body" sz="quarter" idx="19" hasCustomPrompt="1"/>
          </p:nvPr>
        </p:nvSpPr>
        <p:spPr>
          <a:xfrm>
            <a:off x="2249518" y="2675793"/>
            <a:ext cx="1525463" cy="247354"/>
          </a:xfrm>
          <a:prstGeom prst="rect">
            <a:avLst/>
          </a:prstGeom>
        </p:spPr>
        <p:txBody>
          <a:bodyPr/>
          <a:lstStyle>
            <a:lvl1pPr algn="ctr">
              <a:buNone/>
              <a:defRPr sz="1600" b="1">
                <a:solidFill>
                  <a:srgbClr val="D3430D"/>
                </a:solidFill>
              </a:defRPr>
            </a:lvl1pPr>
          </a:lstStyle>
          <a:p>
            <a:pPr lvl="0"/>
            <a:r>
              <a:rPr lang="en-US" b="1" dirty="0"/>
              <a:t>Statistic 2</a:t>
            </a:r>
            <a:endParaRPr lang="en-US" dirty="0"/>
          </a:p>
        </p:txBody>
      </p:sp>
      <p:sp>
        <p:nvSpPr>
          <p:cNvPr id="26" name="Text Placeholder 19">
            <a:extLst>
              <a:ext uri="{FF2B5EF4-FFF2-40B4-BE49-F238E27FC236}">
                <a16:creationId xmlns:a16="http://schemas.microsoft.com/office/drawing/2014/main" id="{A4D8862F-687A-E0BE-9090-DDD41959CE0A}"/>
              </a:ext>
            </a:extLst>
          </p:cNvPr>
          <p:cNvSpPr>
            <a:spLocks noGrp="1"/>
          </p:cNvSpPr>
          <p:nvPr>
            <p:ph type="body" sz="quarter" idx="20" hasCustomPrompt="1"/>
          </p:nvPr>
        </p:nvSpPr>
        <p:spPr>
          <a:xfrm>
            <a:off x="2249517" y="2923147"/>
            <a:ext cx="1525463" cy="678879"/>
          </a:xfrm>
          <a:prstGeom prst="rect">
            <a:avLst/>
          </a:prstGeom>
        </p:spPr>
        <p:txBody>
          <a:bodyPr wrap="square">
            <a:noAutofit/>
          </a:bodyPr>
          <a:lstStyle>
            <a:lvl1pPr marL="0" indent="0" algn="ctr">
              <a:spcBef>
                <a:spcPts val="0"/>
              </a:spcBef>
              <a:buNone/>
              <a:defRPr sz="1200">
                <a:solidFill>
                  <a:srgbClr val="032044"/>
                </a:solidFill>
              </a:defRPr>
            </a:lvl1pPr>
          </a:lstStyle>
          <a:p>
            <a:pPr lvl="0"/>
            <a:r>
              <a:rPr lang="en-US" dirty="0"/>
              <a:t>Additional copy here. You can use 3-5 lines here.</a:t>
            </a:r>
          </a:p>
        </p:txBody>
      </p:sp>
      <p:sp>
        <p:nvSpPr>
          <p:cNvPr id="22" name="Text Placeholder 15">
            <a:extLst>
              <a:ext uri="{FF2B5EF4-FFF2-40B4-BE49-F238E27FC236}">
                <a16:creationId xmlns:a16="http://schemas.microsoft.com/office/drawing/2014/main" id="{926740DF-1DE6-34D5-D50B-83416066E4FC}"/>
              </a:ext>
            </a:extLst>
          </p:cNvPr>
          <p:cNvSpPr>
            <a:spLocks noGrp="1"/>
          </p:cNvSpPr>
          <p:nvPr>
            <p:ph type="body" sz="quarter" idx="16" hasCustomPrompt="1"/>
          </p:nvPr>
        </p:nvSpPr>
        <p:spPr>
          <a:xfrm>
            <a:off x="3809267" y="2250597"/>
            <a:ext cx="1525463" cy="355443"/>
          </a:xfrm>
          <a:prstGeom prst="rect">
            <a:avLst/>
          </a:prstGeom>
        </p:spPr>
        <p:txBody>
          <a:bodyPr/>
          <a:lstStyle>
            <a:lvl1pPr algn="ctr">
              <a:buNone/>
              <a:defRPr sz="2800" b="1">
                <a:solidFill>
                  <a:srgbClr val="265BF7"/>
                </a:solidFill>
              </a:defRPr>
            </a:lvl1pPr>
          </a:lstStyle>
          <a:p>
            <a:pPr lvl="0"/>
            <a:r>
              <a:rPr lang="en-US" dirty="0"/>
              <a:t>XXXXX</a:t>
            </a:r>
          </a:p>
        </p:txBody>
      </p:sp>
      <p:sp>
        <p:nvSpPr>
          <p:cNvPr id="38" name="Text Placeholder 17">
            <a:extLst>
              <a:ext uri="{FF2B5EF4-FFF2-40B4-BE49-F238E27FC236}">
                <a16:creationId xmlns:a16="http://schemas.microsoft.com/office/drawing/2014/main" id="{2F5E24EB-B923-6231-85FC-41AFF93B89AB}"/>
              </a:ext>
            </a:extLst>
          </p:cNvPr>
          <p:cNvSpPr>
            <a:spLocks noGrp="1"/>
          </p:cNvSpPr>
          <p:nvPr>
            <p:ph type="body" sz="quarter" idx="21" hasCustomPrompt="1"/>
          </p:nvPr>
        </p:nvSpPr>
        <p:spPr>
          <a:xfrm>
            <a:off x="3809263" y="2674387"/>
            <a:ext cx="1525463" cy="247354"/>
          </a:xfrm>
          <a:prstGeom prst="rect">
            <a:avLst/>
          </a:prstGeom>
        </p:spPr>
        <p:txBody>
          <a:bodyPr/>
          <a:lstStyle>
            <a:lvl1pPr algn="ctr">
              <a:buNone/>
              <a:defRPr sz="1600" b="1">
                <a:solidFill>
                  <a:srgbClr val="D3430D"/>
                </a:solidFill>
              </a:defRPr>
            </a:lvl1pPr>
          </a:lstStyle>
          <a:p>
            <a:pPr lvl="0"/>
            <a:r>
              <a:rPr lang="en-US" b="1" dirty="0"/>
              <a:t>Statistic 3</a:t>
            </a:r>
            <a:endParaRPr lang="en-US" dirty="0"/>
          </a:p>
        </p:txBody>
      </p:sp>
      <p:sp>
        <p:nvSpPr>
          <p:cNvPr id="39" name="Text Placeholder 19">
            <a:extLst>
              <a:ext uri="{FF2B5EF4-FFF2-40B4-BE49-F238E27FC236}">
                <a16:creationId xmlns:a16="http://schemas.microsoft.com/office/drawing/2014/main" id="{522BBFD3-FE63-9A94-00C0-85BCE998E3B8}"/>
              </a:ext>
            </a:extLst>
          </p:cNvPr>
          <p:cNvSpPr>
            <a:spLocks noGrp="1"/>
          </p:cNvSpPr>
          <p:nvPr>
            <p:ph type="body" sz="quarter" idx="22" hasCustomPrompt="1"/>
          </p:nvPr>
        </p:nvSpPr>
        <p:spPr>
          <a:xfrm>
            <a:off x="3809262" y="2921741"/>
            <a:ext cx="1525463" cy="678879"/>
          </a:xfrm>
          <a:prstGeom prst="rect">
            <a:avLst/>
          </a:prstGeom>
        </p:spPr>
        <p:txBody>
          <a:bodyPr wrap="square">
            <a:noAutofit/>
          </a:bodyPr>
          <a:lstStyle>
            <a:lvl1pPr marL="0" indent="0" algn="ctr">
              <a:spcBef>
                <a:spcPts val="0"/>
              </a:spcBef>
              <a:buNone/>
              <a:defRPr sz="1200">
                <a:solidFill>
                  <a:srgbClr val="032044"/>
                </a:solidFill>
              </a:defRPr>
            </a:lvl1pPr>
          </a:lstStyle>
          <a:p>
            <a:pPr lvl="0"/>
            <a:r>
              <a:rPr lang="en-US" dirty="0"/>
              <a:t>Additional copy here. You can use 3-5 lines here.</a:t>
            </a:r>
          </a:p>
        </p:txBody>
      </p:sp>
      <p:sp>
        <p:nvSpPr>
          <p:cNvPr id="23" name="Text Placeholder 15">
            <a:extLst>
              <a:ext uri="{FF2B5EF4-FFF2-40B4-BE49-F238E27FC236}">
                <a16:creationId xmlns:a16="http://schemas.microsoft.com/office/drawing/2014/main" id="{BBDA038D-4F74-EE00-538E-C1E9B98A0846}"/>
              </a:ext>
            </a:extLst>
          </p:cNvPr>
          <p:cNvSpPr>
            <a:spLocks noGrp="1"/>
          </p:cNvSpPr>
          <p:nvPr>
            <p:ph type="body" sz="quarter" idx="17" hasCustomPrompt="1"/>
          </p:nvPr>
        </p:nvSpPr>
        <p:spPr>
          <a:xfrm>
            <a:off x="5369016" y="2250597"/>
            <a:ext cx="1525463" cy="355443"/>
          </a:xfrm>
          <a:prstGeom prst="rect">
            <a:avLst/>
          </a:prstGeom>
        </p:spPr>
        <p:txBody>
          <a:bodyPr/>
          <a:lstStyle>
            <a:lvl1pPr algn="ctr">
              <a:buNone/>
              <a:defRPr sz="2800" b="1">
                <a:solidFill>
                  <a:srgbClr val="265BF7"/>
                </a:solidFill>
              </a:defRPr>
            </a:lvl1pPr>
          </a:lstStyle>
          <a:p>
            <a:pPr lvl="0"/>
            <a:r>
              <a:rPr lang="en-US" dirty="0"/>
              <a:t>XXXXX</a:t>
            </a:r>
          </a:p>
        </p:txBody>
      </p:sp>
      <p:sp>
        <p:nvSpPr>
          <p:cNvPr id="40" name="Text Placeholder 17">
            <a:extLst>
              <a:ext uri="{FF2B5EF4-FFF2-40B4-BE49-F238E27FC236}">
                <a16:creationId xmlns:a16="http://schemas.microsoft.com/office/drawing/2014/main" id="{835278DF-79D7-DCAA-3AD9-43E0A43F2A8C}"/>
              </a:ext>
            </a:extLst>
          </p:cNvPr>
          <p:cNvSpPr>
            <a:spLocks noGrp="1"/>
          </p:cNvSpPr>
          <p:nvPr>
            <p:ph type="body" sz="quarter" idx="23" hasCustomPrompt="1"/>
          </p:nvPr>
        </p:nvSpPr>
        <p:spPr>
          <a:xfrm>
            <a:off x="5369005" y="2674387"/>
            <a:ext cx="1525463" cy="247354"/>
          </a:xfrm>
          <a:prstGeom prst="rect">
            <a:avLst/>
          </a:prstGeom>
        </p:spPr>
        <p:txBody>
          <a:bodyPr/>
          <a:lstStyle>
            <a:lvl1pPr algn="ctr">
              <a:buNone/>
              <a:defRPr sz="1600" b="1">
                <a:solidFill>
                  <a:srgbClr val="D3430D"/>
                </a:solidFill>
              </a:defRPr>
            </a:lvl1pPr>
          </a:lstStyle>
          <a:p>
            <a:pPr lvl="0"/>
            <a:r>
              <a:rPr lang="en-US" b="1" dirty="0"/>
              <a:t>Statistic 4</a:t>
            </a:r>
            <a:endParaRPr lang="en-US" dirty="0"/>
          </a:p>
        </p:txBody>
      </p:sp>
      <p:sp>
        <p:nvSpPr>
          <p:cNvPr id="41" name="Text Placeholder 19">
            <a:extLst>
              <a:ext uri="{FF2B5EF4-FFF2-40B4-BE49-F238E27FC236}">
                <a16:creationId xmlns:a16="http://schemas.microsoft.com/office/drawing/2014/main" id="{5D1F3180-61EE-96C1-4DD2-E8CFBA94B93F}"/>
              </a:ext>
            </a:extLst>
          </p:cNvPr>
          <p:cNvSpPr>
            <a:spLocks noGrp="1"/>
          </p:cNvSpPr>
          <p:nvPr>
            <p:ph type="body" sz="quarter" idx="24" hasCustomPrompt="1"/>
          </p:nvPr>
        </p:nvSpPr>
        <p:spPr>
          <a:xfrm>
            <a:off x="5369004" y="2921741"/>
            <a:ext cx="1525463" cy="678879"/>
          </a:xfrm>
          <a:prstGeom prst="rect">
            <a:avLst/>
          </a:prstGeom>
        </p:spPr>
        <p:txBody>
          <a:bodyPr wrap="square">
            <a:noAutofit/>
          </a:bodyPr>
          <a:lstStyle>
            <a:lvl1pPr marL="0" indent="0" algn="ctr">
              <a:spcBef>
                <a:spcPts val="0"/>
              </a:spcBef>
              <a:buNone/>
              <a:defRPr sz="1200">
                <a:solidFill>
                  <a:srgbClr val="032044"/>
                </a:solidFill>
              </a:defRPr>
            </a:lvl1pPr>
          </a:lstStyle>
          <a:p>
            <a:pPr lvl="0"/>
            <a:r>
              <a:rPr lang="en-US" dirty="0"/>
              <a:t>Additional copy here. You can use 3-5 lines here.</a:t>
            </a:r>
          </a:p>
        </p:txBody>
      </p:sp>
      <p:sp>
        <p:nvSpPr>
          <p:cNvPr id="24" name="Text Placeholder 15">
            <a:extLst>
              <a:ext uri="{FF2B5EF4-FFF2-40B4-BE49-F238E27FC236}">
                <a16:creationId xmlns:a16="http://schemas.microsoft.com/office/drawing/2014/main" id="{C20B3297-F8D6-69B5-6F66-5CC01124C1A4}"/>
              </a:ext>
            </a:extLst>
          </p:cNvPr>
          <p:cNvSpPr>
            <a:spLocks noGrp="1"/>
          </p:cNvSpPr>
          <p:nvPr>
            <p:ph type="body" sz="quarter" idx="18" hasCustomPrompt="1"/>
          </p:nvPr>
        </p:nvSpPr>
        <p:spPr>
          <a:xfrm>
            <a:off x="6928765" y="2250597"/>
            <a:ext cx="1525463" cy="355443"/>
          </a:xfrm>
          <a:prstGeom prst="rect">
            <a:avLst/>
          </a:prstGeom>
        </p:spPr>
        <p:txBody>
          <a:bodyPr/>
          <a:lstStyle>
            <a:lvl1pPr algn="ctr">
              <a:buNone/>
              <a:defRPr sz="2800" b="1">
                <a:solidFill>
                  <a:srgbClr val="265BF7"/>
                </a:solidFill>
              </a:defRPr>
            </a:lvl1pPr>
          </a:lstStyle>
          <a:p>
            <a:pPr lvl="0"/>
            <a:r>
              <a:rPr lang="en-US" dirty="0"/>
              <a:t>XXXXX</a:t>
            </a:r>
          </a:p>
        </p:txBody>
      </p:sp>
      <p:sp>
        <p:nvSpPr>
          <p:cNvPr id="42" name="Text Placeholder 17">
            <a:extLst>
              <a:ext uri="{FF2B5EF4-FFF2-40B4-BE49-F238E27FC236}">
                <a16:creationId xmlns:a16="http://schemas.microsoft.com/office/drawing/2014/main" id="{BDD9E705-AD5E-898A-4237-497D4F79FEA9}"/>
              </a:ext>
            </a:extLst>
          </p:cNvPr>
          <p:cNvSpPr>
            <a:spLocks noGrp="1"/>
          </p:cNvSpPr>
          <p:nvPr>
            <p:ph type="body" sz="quarter" idx="25" hasCustomPrompt="1"/>
          </p:nvPr>
        </p:nvSpPr>
        <p:spPr>
          <a:xfrm>
            <a:off x="6928741" y="2674387"/>
            <a:ext cx="1525463" cy="247354"/>
          </a:xfrm>
          <a:prstGeom prst="rect">
            <a:avLst/>
          </a:prstGeom>
        </p:spPr>
        <p:txBody>
          <a:bodyPr/>
          <a:lstStyle>
            <a:lvl1pPr algn="ctr">
              <a:buNone/>
              <a:defRPr sz="1600" b="1">
                <a:solidFill>
                  <a:srgbClr val="D3430D"/>
                </a:solidFill>
              </a:defRPr>
            </a:lvl1pPr>
          </a:lstStyle>
          <a:p>
            <a:pPr lvl="0"/>
            <a:r>
              <a:rPr lang="en-US" b="1" dirty="0"/>
              <a:t>Statistic 5</a:t>
            </a:r>
            <a:endParaRPr lang="en-US" dirty="0"/>
          </a:p>
        </p:txBody>
      </p:sp>
      <p:sp>
        <p:nvSpPr>
          <p:cNvPr id="43" name="Text Placeholder 19">
            <a:extLst>
              <a:ext uri="{FF2B5EF4-FFF2-40B4-BE49-F238E27FC236}">
                <a16:creationId xmlns:a16="http://schemas.microsoft.com/office/drawing/2014/main" id="{546DA371-A92F-89E9-EC4E-2E952010CF4F}"/>
              </a:ext>
            </a:extLst>
          </p:cNvPr>
          <p:cNvSpPr>
            <a:spLocks noGrp="1"/>
          </p:cNvSpPr>
          <p:nvPr>
            <p:ph type="body" sz="quarter" idx="26" hasCustomPrompt="1"/>
          </p:nvPr>
        </p:nvSpPr>
        <p:spPr>
          <a:xfrm>
            <a:off x="6928740" y="2921741"/>
            <a:ext cx="1525463" cy="678879"/>
          </a:xfrm>
          <a:prstGeom prst="rect">
            <a:avLst/>
          </a:prstGeom>
        </p:spPr>
        <p:txBody>
          <a:bodyPr wrap="square">
            <a:noAutofit/>
          </a:bodyPr>
          <a:lstStyle>
            <a:lvl1pPr marL="0" indent="0" algn="ctr">
              <a:spcBef>
                <a:spcPts val="0"/>
              </a:spcBef>
              <a:buNone/>
              <a:defRPr sz="1200">
                <a:solidFill>
                  <a:srgbClr val="032044"/>
                </a:solidFill>
              </a:defRPr>
            </a:lvl1pPr>
          </a:lstStyle>
          <a:p>
            <a:pPr lvl="0"/>
            <a:r>
              <a:rPr lang="en-US" dirty="0"/>
              <a:t>Additional copy here. You can use 3-5 lines here.</a:t>
            </a:r>
          </a:p>
        </p:txBody>
      </p:sp>
      <p:pic>
        <p:nvPicPr>
          <p:cNvPr id="4" name="Picture 3">
            <a:extLst>
              <a:ext uri="{FF2B5EF4-FFF2-40B4-BE49-F238E27FC236}">
                <a16:creationId xmlns:a16="http://schemas.microsoft.com/office/drawing/2014/main" id="{2371C6D2-BCC0-6655-C399-47E0FC00547C}"/>
              </a:ext>
            </a:extLst>
          </p:cNvPr>
          <p:cNvPicPr>
            <a:picLocks noChangeAspect="1"/>
          </p:cNvPicPr>
          <p:nvPr userDrawn="1"/>
        </p:nvPicPr>
        <p:blipFill>
          <a:blip r:embed="rId3"/>
          <a:srcRect/>
          <a:stretch/>
        </p:blipFill>
        <p:spPr>
          <a:xfrm>
            <a:off x="7348791" y="4601406"/>
            <a:ext cx="1650074" cy="511928"/>
          </a:xfrm>
          <a:prstGeom prst="rect">
            <a:avLst/>
          </a:prstGeom>
        </p:spPr>
      </p:pic>
    </p:spTree>
    <p:extLst>
      <p:ext uri="{BB962C8B-B14F-4D97-AF65-F5344CB8AC3E}">
        <p14:creationId xmlns:p14="http://schemas.microsoft.com/office/powerpoint/2010/main" val="30685925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ing, Subheading, Statistics 3">
    <p:bg>
      <p:bgPr>
        <a:solidFill>
          <a:srgbClr val="F8F4F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E2DB927-2E2A-C57B-D100-412C080CB803}"/>
              </a:ext>
            </a:extLst>
          </p:cNvPr>
          <p:cNvPicPr>
            <a:picLocks noChangeAspect="1"/>
          </p:cNvPicPr>
          <p:nvPr userDrawn="1"/>
        </p:nvPicPr>
        <p:blipFill>
          <a:blip r:embed="rId2" cstate="screen">
            <a:alphaModFix amt="23000"/>
            <a:extLst>
              <a:ext uri="{28A0092B-C50C-407E-A947-70E740481C1C}">
                <a14:useLocalDpi xmlns:a14="http://schemas.microsoft.com/office/drawing/2010/main"/>
              </a:ext>
            </a:extLst>
          </a:blip>
          <a:srcRect/>
          <a:stretch/>
        </p:blipFill>
        <p:spPr>
          <a:xfrm>
            <a:off x="0" y="0"/>
            <a:ext cx="5764696" cy="5212080"/>
          </a:xfrm>
          <a:prstGeom prst="rect">
            <a:avLst/>
          </a:prstGeom>
        </p:spPr>
      </p:pic>
      <p:sp>
        <p:nvSpPr>
          <p:cNvPr id="5" name="AutoShape 5">
            <a:extLst>
              <a:ext uri="{FF2B5EF4-FFF2-40B4-BE49-F238E27FC236}">
                <a16:creationId xmlns:a16="http://schemas.microsoft.com/office/drawing/2014/main" id="{6F9CAA04-7956-17F9-C6FE-96B4B6A85623}"/>
              </a:ext>
            </a:extLst>
          </p:cNvPr>
          <p:cNvSpPr/>
          <p:nvPr userDrawn="1"/>
        </p:nvSpPr>
        <p:spPr>
          <a:xfrm flipV="1">
            <a:off x="689772" y="892172"/>
            <a:ext cx="4031857" cy="0"/>
          </a:xfrm>
          <a:prstGeom prst="line">
            <a:avLst/>
          </a:prstGeom>
          <a:ln w="25400" cap="flat">
            <a:solidFill>
              <a:srgbClr val="032044"/>
            </a:solidFill>
            <a:prstDash val="solid"/>
            <a:headEnd type="none" w="sm" len="sm"/>
            <a:tailEnd type="none" w="sm" len="sm"/>
          </a:ln>
        </p:spPr>
        <p:txBody>
          <a:bodyPr/>
          <a:lstStyle/>
          <a:p>
            <a:endParaRPr lang="en-US" sz="1013">
              <a:solidFill>
                <a:schemeClr val="tx2"/>
              </a:solidFill>
            </a:endParaRPr>
          </a:p>
        </p:txBody>
      </p:sp>
      <p:sp>
        <p:nvSpPr>
          <p:cNvPr id="32" name="TextBox 31">
            <a:extLst>
              <a:ext uri="{FF2B5EF4-FFF2-40B4-BE49-F238E27FC236}">
                <a16:creationId xmlns:a16="http://schemas.microsoft.com/office/drawing/2014/main" id="{A589E598-7B72-8ED8-378C-A909C99C4C2B}"/>
              </a:ext>
            </a:extLst>
          </p:cNvPr>
          <p:cNvSpPr txBox="1">
            <a:spLocks noChangeAspect="1"/>
          </p:cNvSpPr>
          <p:nvPr userDrawn="1"/>
        </p:nvSpPr>
        <p:spPr>
          <a:xfrm>
            <a:off x="689772" y="2148583"/>
            <a:ext cx="1525463" cy="1455836"/>
          </a:xfrm>
          <a:prstGeom prst="rect">
            <a:avLst/>
          </a:prstGeom>
          <a:solidFill>
            <a:srgbClr val="032044"/>
          </a:solidFill>
        </p:spPr>
        <p:txBody>
          <a:bodyPr wrap="square" rtlCol="0" anchor="ctr" anchorCtr="0">
            <a:noAutofit/>
          </a:bodyPr>
          <a:lstStyle/>
          <a:p>
            <a:pPr lvl="0" algn="ctr"/>
            <a:endParaRPr lang="en-US" sz="1200">
              <a:solidFill>
                <a:srgbClr val="032044"/>
              </a:solidFill>
            </a:endParaRPr>
          </a:p>
        </p:txBody>
      </p:sp>
      <p:sp>
        <p:nvSpPr>
          <p:cNvPr id="33" name="TextBox 32">
            <a:extLst>
              <a:ext uri="{FF2B5EF4-FFF2-40B4-BE49-F238E27FC236}">
                <a16:creationId xmlns:a16="http://schemas.microsoft.com/office/drawing/2014/main" id="{AE23FD17-5D3C-68B2-9715-5460E4605319}"/>
              </a:ext>
            </a:extLst>
          </p:cNvPr>
          <p:cNvSpPr txBox="1">
            <a:spLocks noChangeAspect="1"/>
          </p:cNvSpPr>
          <p:nvPr userDrawn="1"/>
        </p:nvSpPr>
        <p:spPr>
          <a:xfrm>
            <a:off x="2249520" y="2148583"/>
            <a:ext cx="1525463" cy="1455836"/>
          </a:xfrm>
          <a:prstGeom prst="rect">
            <a:avLst/>
          </a:prstGeom>
          <a:solidFill>
            <a:srgbClr val="032044"/>
          </a:solidFill>
        </p:spPr>
        <p:txBody>
          <a:bodyPr wrap="square" rtlCol="0" anchor="ctr" anchorCtr="0">
            <a:noAutofit/>
          </a:bodyPr>
          <a:lstStyle/>
          <a:p>
            <a:pPr lvl="0" algn="ctr"/>
            <a:endParaRPr lang="en-US" sz="1200">
              <a:solidFill>
                <a:srgbClr val="032044"/>
              </a:solidFill>
            </a:endParaRPr>
          </a:p>
        </p:txBody>
      </p:sp>
      <p:sp>
        <p:nvSpPr>
          <p:cNvPr id="34" name="TextBox 33">
            <a:extLst>
              <a:ext uri="{FF2B5EF4-FFF2-40B4-BE49-F238E27FC236}">
                <a16:creationId xmlns:a16="http://schemas.microsoft.com/office/drawing/2014/main" id="{EAAA4666-65FC-080E-5D83-77431C63E3B1}"/>
              </a:ext>
            </a:extLst>
          </p:cNvPr>
          <p:cNvSpPr txBox="1">
            <a:spLocks noChangeAspect="1"/>
          </p:cNvSpPr>
          <p:nvPr userDrawn="1"/>
        </p:nvSpPr>
        <p:spPr>
          <a:xfrm>
            <a:off x="3809268" y="2148583"/>
            <a:ext cx="1525463" cy="1455836"/>
          </a:xfrm>
          <a:prstGeom prst="rect">
            <a:avLst/>
          </a:prstGeom>
          <a:solidFill>
            <a:srgbClr val="032044"/>
          </a:solidFill>
        </p:spPr>
        <p:txBody>
          <a:bodyPr wrap="square" rtlCol="0" anchor="ctr" anchorCtr="0">
            <a:noAutofit/>
          </a:bodyPr>
          <a:lstStyle/>
          <a:p>
            <a:pPr lvl="0" algn="ctr"/>
            <a:endParaRPr lang="en-US" sz="1200">
              <a:solidFill>
                <a:srgbClr val="032044"/>
              </a:solidFill>
            </a:endParaRPr>
          </a:p>
        </p:txBody>
      </p:sp>
      <p:sp>
        <p:nvSpPr>
          <p:cNvPr id="35" name="TextBox 34">
            <a:extLst>
              <a:ext uri="{FF2B5EF4-FFF2-40B4-BE49-F238E27FC236}">
                <a16:creationId xmlns:a16="http://schemas.microsoft.com/office/drawing/2014/main" id="{49D0CFA1-9215-45AD-607C-46539D56C0A7}"/>
              </a:ext>
            </a:extLst>
          </p:cNvPr>
          <p:cNvSpPr txBox="1">
            <a:spLocks noChangeAspect="1"/>
          </p:cNvSpPr>
          <p:nvPr userDrawn="1"/>
        </p:nvSpPr>
        <p:spPr>
          <a:xfrm>
            <a:off x="5369016" y="2148583"/>
            <a:ext cx="1525463" cy="1455836"/>
          </a:xfrm>
          <a:prstGeom prst="rect">
            <a:avLst/>
          </a:prstGeom>
          <a:solidFill>
            <a:srgbClr val="032044"/>
          </a:solidFill>
        </p:spPr>
        <p:txBody>
          <a:bodyPr wrap="square" rtlCol="0" anchor="ctr" anchorCtr="0">
            <a:noAutofit/>
          </a:bodyPr>
          <a:lstStyle/>
          <a:p>
            <a:pPr lvl="0" algn="ctr"/>
            <a:endParaRPr lang="en-US" sz="1200">
              <a:solidFill>
                <a:srgbClr val="032044"/>
              </a:solidFill>
            </a:endParaRPr>
          </a:p>
        </p:txBody>
      </p:sp>
      <p:sp>
        <p:nvSpPr>
          <p:cNvPr id="36" name="TextBox 35">
            <a:extLst>
              <a:ext uri="{FF2B5EF4-FFF2-40B4-BE49-F238E27FC236}">
                <a16:creationId xmlns:a16="http://schemas.microsoft.com/office/drawing/2014/main" id="{76685103-5B1D-7055-939E-BF00CAC4A329}"/>
              </a:ext>
            </a:extLst>
          </p:cNvPr>
          <p:cNvSpPr txBox="1">
            <a:spLocks noChangeAspect="1"/>
          </p:cNvSpPr>
          <p:nvPr userDrawn="1"/>
        </p:nvSpPr>
        <p:spPr>
          <a:xfrm>
            <a:off x="6928765" y="2148583"/>
            <a:ext cx="1525463" cy="1455836"/>
          </a:xfrm>
          <a:prstGeom prst="rect">
            <a:avLst/>
          </a:prstGeom>
          <a:solidFill>
            <a:srgbClr val="032044"/>
          </a:solidFill>
        </p:spPr>
        <p:txBody>
          <a:bodyPr wrap="square" rtlCol="0" anchor="ctr" anchorCtr="0">
            <a:noAutofit/>
          </a:bodyPr>
          <a:lstStyle/>
          <a:p>
            <a:pPr lvl="0" algn="ctr"/>
            <a:endParaRPr lang="en-US" sz="1200">
              <a:solidFill>
                <a:srgbClr val="032044"/>
              </a:solidFill>
            </a:endParaRPr>
          </a:p>
        </p:txBody>
      </p:sp>
      <p:sp>
        <p:nvSpPr>
          <p:cNvPr id="3" name="Title 2">
            <a:extLst>
              <a:ext uri="{FF2B5EF4-FFF2-40B4-BE49-F238E27FC236}">
                <a16:creationId xmlns:a16="http://schemas.microsoft.com/office/drawing/2014/main" id="{993BBB5C-E1D1-89D6-8A47-77F6CA0C3F63}"/>
              </a:ext>
            </a:extLst>
          </p:cNvPr>
          <p:cNvSpPr>
            <a:spLocks noGrp="1"/>
          </p:cNvSpPr>
          <p:nvPr>
            <p:ph type="title" hasCustomPrompt="1"/>
          </p:nvPr>
        </p:nvSpPr>
        <p:spPr>
          <a:xfrm>
            <a:off x="585364" y="429768"/>
            <a:ext cx="6867144" cy="429768"/>
          </a:xfrm>
          <a:prstGeom prst="rect">
            <a:avLst/>
          </a:prstGeom>
        </p:spPr>
        <p:txBody>
          <a:bodyPr/>
          <a:lstStyle>
            <a:lvl1pPr>
              <a:defRPr sz="2400" b="1">
                <a:solidFill>
                  <a:srgbClr val="032044"/>
                </a:solidFill>
                <a:latin typeface="Aptos" panose="020B0004020202020204" pitchFamily="34" charset="0"/>
              </a:defRPr>
            </a:lvl1pPr>
          </a:lstStyle>
          <a:p>
            <a:r>
              <a:rPr lang="en-US" dirty="0"/>
              <a:t>This is a heading</a:t>
            </a:r>
          </a:p>
        </p:txBody>
      </p:sp>
      <p:sp>
        <p:nvSpPr>
          <p:cNvPr id="12" name="Text Placeholder 11">
            <a:extLst>
              <a:ext uri="{FF2B5EF4-FFF2-40B4-BE49-F238E27FC236}">
                <a16:creationId xmlns:a16="http://schemas.microsoft.com/office/drawing/2014/main" id="{710FE090-CFFB-42CE-40B2-4C8609CE3DBF}"/>
              </a:ext>
            </a:extLst>
          </p:cNvPr>
          <p:cNvSpPr>
            <a:spLocks noGrp="1"/>
          </p:cNvSpPr>
          <p:nvPr userDrawn="1">
            <p:ph type="body" sz="quarter" idx="10" hasCustomPrompt="1"/>
          </p:nvPr>
        </p:nvSpPr>
        <p:spPr>
          <a:xfrm>
            <a:off x="585216" y="1088136"/>
            <a:ext cx="5312664" cy="365760"/>
          </a:xfrm>
          <a:prstGeom prst="rect">
            <a:avLst/>
          </a:prstGeom>
        </p:spPr>
        <p:txBody>
          <a:bodyPr/>
          <a:lstStyle>
            <a:lvl1pPr>
              <a:buNone/>
              <a:defRPr sz="1800" b="1" cap="all" baseline="0">
                <a:solidFill>
                  <a:srgbClr val="C23D0C"/>
                </a:solidFill>
              </a:defRPr>
            </a:lvl1pPr>
          </a:lstStyle>
          <a:p>
            <a:pPr lvl="0"/>
            <a:r>
              <a:rPr lang="en-US" dirty="0"/>
              <a:t>subheading here</a:t>
            </a:r>
          </a:p>
        </p:txBody>
      </p:sp>
      <p:sp>
        <p:nvSpPr>
          <p:cNvPr id="14" name="Text Placeholder 13">
            <a:extLst>
              <a:ext uri="{FF2B5EF4-FFF2-40B4-BE49-F238E27FC236}">
                <a16:creationId xmlns:a16="http://schemas.microsoft.com/office/drawing/2014/main" id="{527FEDBA-58B4-A4AA-A949-B3638E3D6995}"/>
              </a:ext>
            </a:extLst>
          </p:cNvPr>
          <p:cNvSpPr>
            <a:spLocks noGrp="1"/>
          </p:cNvSpPr>
          <p:nvPr userDrawn="1">
            <p:ph type="body" sz="quarter" idx="11" hasCustomPrompt="1"/>
          </p:nvPr>
        </p:nvSpPr>
        <p:spPr>
          <a:xfrm>
            <a:off x="585216" y="1545336"/>
            <a:ext cx="4197096" cy="315407"/>
          </a:xfrm>
          <a:prstGeom prst="rect">
            <a:avLst/>
          </a:prstGeom>
        </p:spPr>
        <p:txBody>
          <a:bodyPr>
            <a:spAutoFit/>
          </a:bodyPr>
          <a:lstStyle>
            <a:lvl1pPr>
              <a:buNone/>
              <a:defRPr sz="1600">
                <a:solidFill>
                  <a:srgbClr val="000000"/>
                </a:solidFill>
              </a:defRPr>
            </a:lvl1pPr>
          </a:lstStyle>
          <a:p>
            <a:pPr lvl="0"/>
            <a:r>
              <a:rPr lang="en-US" dirty="0"/>
              <a:t>A write-up follows the heading.</a:t>
            </a:r>
          </a:p>
        </p:txBody>
      </p:sp>
      <p:sp>
        <p:nvSpPr>
          <p:cNvPr id="16" name="Text Placeholder 15">
            <a:extLst>
              <a:ext uri="{FF2B5EF4-FFF2-40B4-BE49-F238E27FC236}">
                <a16:creationId xmlns:a16="http://schemas.microsoft.com/office/drawing/2014/main" id="{C0D0D767-431B-D381-1000-B51276124BE0}"/>
              </a:ext>
            </a:extLst>
          </p:cNvPr>
          <p:cNvSpPr>
            <a:spLocks noGrp="1"/>
          </p:cNvSpPr>
          <p:nvPr>
            <p:ph type="body" sz="quarter" idx="12" hasCustomPrompt="1"/>
          </p:nvPr>
        </p:nvSpPr>
        <p:spPr>
          <a:xfrm>
            <a:off x="689771" y="2250597"/>
            <a:ext cx="1525463" cy="355443"/>
          </a:xfrm>
          <a:prstGeom prst="rect">
            <a:avLst/>
          </a:prstGeom>
        </p:spPr>
        <p:txBody>
          <a:bodyPr/>
          <a:lstStyle>
            <a:lvl1pPr algn="ctr">
              <a:buNone/>
              <a:defRPr sz="2800" b="1">
                <a:solidFill>
                  <a:srgbClr val="F15922"/>
                </a:solidFill>
              </a:defRPr>
            </a:lvl1pPr>
          </a:lstStyle>
          <a:p>
            <a:pPr lvl="0"/>
            <a:r>
              <a:rPr lang="en-US" dirty="0"/>
              <a:t>XXXXX</a:t>
            </a:r>
          </a:p>
        </p:txBody>
      </p:sp>
      <p:sp>
        <p:nvSpPr>
          <p:cNvPr id="18" name="Text Placeholder 17">
            <a:extLst>
              <a:ext uri="{FF2B5EF4-FFF2-40B4-BE49-F238E27FC236}">
                <a16:creationId xmlns:a16="http://schemas.microsoft.com/office/drawing/2014/main" id="{CC7F7F55-677D-17EB-CD18-1611020CE5D9}"/>
              </a:ext>
            </a:extLst>
          </p:cNvPr>
          <p:cNvSpPr>
            <a:spLocks noGrp="1"/>
          </p:cNvSpPr>
          <p:nvPr>
            <p:ph type="body" sz="quarter" idx="13" hasCustomPrompt="1"/>
          </p:nvPr>
        </p:nvSpPr>
        <p:spPr>
          <a:xfrm>
            <a:off x="689771" y="2674387"/>
            <a:ext cx="1525463" cy="247354"/>
          </a:xfrm>
          <a:prstGeom prst="rect">
            <a:avLst/>
          </a:prstGeom>
        </p:spPr>
        <p:txBody>
          <a:bodyPr/>
          <a:lstStyle>
            <a:lvl1pPr algn="ctr">
              <a:buNone/>
              <a:defRPr sz="1600" b="1">
                <a:solidFill>
                  <a:srgbClr val="FFFFFF"/>
                </a:solidFill>
              </a:defRPr>
            </a:lvl1pPr>
          </a:lstStyle>
          <a:p>
            <a:pPr lvl="0"/>
            <a:r>
              <a:rPr lang="en-US" b="1" dirty="0"/>
              <a:t>Statistic 1</a:t>
            </a:r>
            <a:endParaRPr lang="en-US" dirty="0"/>
          </a:p>
        </p:txBody>
      </p:sp>
      <p:sp>
        <p:nvSpPr>
          <p:cNvPr id="20" name="Text Placeholder 19">
            <a:extLst>
              <a:ext uri="{FF2B5EF4-FFF2-40B4-BE49-F238E27FC236}">
                <a16:creationId xmlns:a16="http://schemas.microsoft.com/office/drawing/2014/main" id="{813947BE-B243-EDE8-E548-12CC73150246}"/>
              </a:ext>
            </a:extLst>
          </p:cNvPr>
          <p:cNvSpPr>
            <a:spLocks noGrp="1"/>
          </p:cNvSpPr>
          <p:nvPr>
            <p:ph type="body" sz="quarter" idx="14" hasCustomPrompt="1"/>
          </p:nvPr>
        </p:nvSpPr>
        <p:spPr>
          <a:xfrm>
            <a:off x="689770" y="2921741"/>
            <a:ext cx="1525463" cy="678879"/>
          </a:xfrm>
          <a:prstGeom prst="rect">
            <a:avLst/>
          </a:prstGeom>
        </p:spPr>
        <p:txBody>
          <a:bodyPr wrap="square">
            <a:noAutofit/>
          </a:bodyPr>
          <a:lstStyle>
            <a:lvl1pPr marL="0" indent="0" algn="ctr">
              <a:spcBef>
                <a:spcPts val="0"/>
              </a:spcBef>
              <a:buNone/>
              <a:defRPr sz="1200">
                <a:solidFill>
                  <a:srgbClr val="FFFFFF"/>
                </a:solidFill>
              </a:defRPr>
            </a:lvl1pPr>
          </a:lstStyle>
          <a:p>
            <a:pPr lvl="0"/>
            <a:r>
              <a:rPr lang="en-US" dirty="0"/>
              <a:t>Additional copy here. You can use 3-5 lines here.</a:t>
            </a:r>
          </a:p>
        </p:txBody>
      </p:sp>
      <p:sp>
        <p:nvSpPr>
          <p:cNvPr id="21" name="Text Placeholder 15">
            <a:extLst>
              <a:ext uri="{FF2B5EF4-FFF2-40B4-BE49-F238E27FC236}">
                <a16:creationId xmlns:a16="http://schemas.microsoft.com/office/drawing/2014/main" id="{FF6BD571-8B54-AC37-CEFF-BFFA75F8E216}"/>
              </a:ext>
            </a:extLst>
          </p:cNvPr>
          <p:cNvSpPr>
            <a:spLocks noGrp="1"/>
          </p:cNvSpPr>
          <p:nvPr>
            <p:ph type="body" sz="quarter" idx="15" hasCustomPrompt="1"/>
          </p:nvPr>
        </p:nvSpPr>
        <p:spPr>
          <a:xfrm>
            <a:off x="2249519" y="2250597"/>
            <a:ext cx="1525463" cy="355443"/>
          </a:xfrm>
          <a:prstGeom prst="rect">
            <a:avLst/>
          </a:prstGeom>
        </p:spPr>
        <p:txBody>
          <a:bodyPr/>
          <a:lstStyle>
            <a:lvl1pPr algn="ctr">
              <a:buNone/>
              <a:defRPr sz="2800" b="1">
                <a:solidFill>
                  <a:srgbClr val="F15922"/>
                </a:solidFill>
              </a:defRPr>
            </a:lvl1pPr>
          </a:lstStyle>
          <a:p>
            <a:pPr lvl="0"/>
            <a:r>
              <a:rPr lang="en-US" dirty="0"/>
              <a:t>XXXXX</a:t>
            </a:r>
          </a:p>
        </p:txBody>
      </p:sp>
      <p:sp>
        <p:nvSpPr>
          <p:cNvPr id="25" name="Text Placeholder 17">
            <a:extLst>
              <a:ext uri="{FF2B5EF4-FFF2-40B4-BE49-F238E27FC236}">
                <a16:creationId xmlns:a16="http://schemas.microsoft.com/office/drawing/2014/main" id="{74C9E9DE-62A0-02C2-2921-233B09E5A13E}"/>
              </a:ext>
            </a:extLst>
          </p:cNvPr>
          <p:cNvSpPr>
            <a:spLocks noGrp="1"/>
          </p:cNvSpPr>
          <p:nvPr>
            <p:ph type="body" sz="quarter" idx="19" hasCustomPrompt="1"/>
          </p:nvPr>
        </p:nvSpPr>
        <p:spPr>
          <a:xfrm>
            <a:off x="2249518" y="2675793"/>
            <a:ext cx="1525463" cy="247354"/>
          </a:xfrm>
          <a:prstGeom prst="rect">
            <a:avLst/>
          </a:prstGeom>
        </p:spPr>
        <p:txBody>
          <a:bodyPr/>
          <a:lstStyle>
            <a:lvl1pPr algn="ctr">
              <a:buNone/>
              <a:defRPr sz="1600" b="1">
                <a:solidFill>
                  <a:srgbClr val="FFFFFF"/>
                </a:solidFill>
              </a:defRPr>
            </a:lvl1pPr>
          </a:lstStyle>
          <a:p>
            <a:pPr lvl="0"/>
            <a:r>
              <a:rPr lang="en-US" b="1" dirty="0"/>
              <a:t>Statistic 2</a:t>
            </a:r>
            <a:endParaRPr lang="en-US" dirty="0"/>
          </a:p>
        </p:txBody>
      </p:sp>
      <p:sp>
        <p:nvSpPr>
          <p:cNvPr id="26" name="Text Placeholder 19">
            <a:extLst>
              <a:ext uri="{FF2B5EF4-FFF2-40B4-BE49-F238E27FC236}">
                <a16:creationId xmlns:a16="http://schemas.microsoft.com/office/drawing/2014/main" id="{A4D8862F-687A-E0BE-9090-DDD41959CE0A}"/>
              </a:ext>
            </a:extLst>
          </p:cNvPr>
          <p:cNvSpPr>
            <a:spLocks noGrp="1"/>
          </p:cNvSpPr>
          <p:nvPr>
            <p:ph type="body" sz="quarter" idx="20" hasCustomPrompt="1"/>
          </p:nvPr>
        </p:nvSpPr>
        <p:spPr>
          <a:xfrm>
            <a:off x="2249517" y="2923147"/>
            <a:ext cx="1525463" cy="678879"/>
          </a:xfrm>
          <a:prstGeom prst="rect">
            <a:avLst/>
          </a:prstGeom>
        </p:spPr>
        <p:txBody>
          <a:bodyPr wrap="square">
            <a:noAutofit/>
          </a:bodyPr>
          <a:lstStyle>
            <a:lvl1pPr marL="0" indent="0" algn="ctr">
              <a:spcBef>
                <a:spcPts val="0"/>
              </a:spcBef>
              <a:buNone/>
              <a:defRPr sz="1200">
                <a:solidFill>
                  <a:srgbClr val="FFFFFF"/>
                </a:solidFill>
              </a:defRPr>
            </a:lvl1pPr>
          </a:lstStyle>
          <a:p>
            <a:pPr lvl="0"/>
            <a:r>
              <a:rPr lang="en-US" dirty="0"/>
              <a:t>Additional copy here. You can use 3-5 lines here.</a:t>
            </a:r>
          </a:p>
        </p:txBody>
      </p:sp>
      <p:sp>
        <p:nvSpPr>
          <p:cNvPr id="22" name="Text Placeholder 15">
            <a:extLst>
              <a:ext uri="{FF2B5EF4-FFF2-40B4-BE49-F238E27FC236}">
                <a16:creationId xmlns:a16="http://schemas.microsoft.com/office/drawing/2014/main" id="{926740DF-1DE6-34D5-D50B-83416066E4FC}"/>
              </a:ext>
            </a:extLst>
          </p:cNvPr>
          <p:cNvSpPr>
            <a:spLocks noGrp="1"/>
          </p:cNvSpPr>
          <p:nvPr>
            <p:ph type="body" sz="quarter" idx="16" hasCustomPrompt="1"/>
          </p:nvPr>
        </p:nvSpPr>
        <p:spPr>
          <a:xfrm>
            <a:off x="3809267" y="2250597"/>
            <a:ext cx="1525463" cy="355443"/>
          </a:xfrm>
          <a:prstGeom prst="rect">
            <a:avLst/>
          </a:prstGeom>
        </p:spPr>
        <p:txBody>
          <a:bodyPr/>
          <a:lstStyle>
            <a:lvl1pPr algn="ctr">
              <a:buNone/>
              <a:defRPr sz="2800" b="1">
                <a:solidFill>
                  <a:srgbClr val="F15922"/>
                </a:solidFill>
              </a:defRPr>
            </a:lvl1pPr>
          </a:lstStyle>
          <a:p>
            <a:pPr lvl="0"/>
            <a:r>
              <a:rPr lang="en-US" dirty="0"/>
              <a:t>XXXXX</a:t>
            </a:r>
          </a:p>
        </p:txBody>
      </p:sp>
      <p:sp>
        <p:nvSpPr>
          <p:cNvPr id="38" name="Text Placeholder 17">
            <a:extLst>
              <a:ext uri="{FF2B5EF4-FFF2-40B4-BE49-F238E27FC236}">
                <a16:creationId xmlns:a16="http://schemas.microsoft.com/office/drawing/2014/main" id="{2F5E24EB-B923-6231-85FC-41AFF93B89AB}"/>
              </a:ext>
            </a:extLst>
          </p:cNvPr>
          <p:cNvSpPr>
            <a:spLocks noGrp="1"/>
          </p:cNvSpPr>
          <p:nvPr>
            <p:ph type="body" sz="quarter" idx="21" hasCustomPrompt="1"/>
          </p:nvPr>
        </p:nvSpPr>
        <p:spPr>
          <a:xfrm>
            <a:off x="3809263" y="2674387"/>
            <a:ext cx="1525463" cy="247354"/>
          </a:xfrm>
          <a:prstGeom prst="rect">
            <a:avLst/>
          </a:prstGeom>
        </p:spPr>
        <p:txBody>
          <a:bodyPr/>
          <a:lstStyle>
            <a:lvl1pPr algn="ctr">
              <a:buNone/>
              <a:defRPr sz="1600" b="1">
                <a:solidFill>
                  <a:srgbClr val="FFFFFF"/>
                </a:solidFill>
              </a:defRPr>
            </a:lvl1pPr>
          </a:lstStyle>
          <a:p>
            <a:pPr lvl="0"/>
            <a:r>
              <a:rPr lang="en-US" b="1" dirty="0"/>
              <a:t>Statistic 3</a:t>
            </a:r>
            <a:endParaRPr lang="en-US" dirty="0"/>
          </a:p>
        </p:txBody>
      </p:sp>
      <p:sp>
        <p:nvSpPr>
          <p:cNvPr id="39" name="Text Placeholder 19">
            <a:extLst>
              <a:ext uri="{FF2B5EF4-FFF2-40B4-BE49-F238E27FC236}">
                <a16:creationId xmlns:a16="http://schemas.microsoft.com/office/drawing/2014/main" id="{522BBFD3-FE63-9A94-00C0-85BCE998E3B8}"/>
              </a:ext>
            </a:extLst>
          </p:cNvPr>
          <p:cNvSpPr>
            <a:spLocks noGrp="1"/>
          </p:cNvSpPr>
          <p:nvPr>
            <p:ph type="body" sz="quarter" idx="22" hasCustomPrompt="1"/>
          </p:nvPr>
        </p:nvSpPr>
        <p:spPr>
          <a:xfrm>
            <a:off x="3809262" y="2921741"/>
            <a:ext cx="1525463" cy="678879"/>
          </a:xfrm>
          <a:prstGeom prst="rect">
            <a:avLst/>
          </a:prstGeom>
        </p:spPr>
        <p:txBody>
          <a:bodyPr wrap="square">
            <a:noAutofit/>
          </a:bodyPr>
          <a:lstStyle>
            <a:lvl1pPr marL="0" indent="0" algn="ctr">
              <a:spcBef>
                <a:spcPts val="0"/>
              </a:spcBef>
              <a:buNone/>
              <a:defRPr sz="1200">
                <a:solidFill>
                  <a:srgbClr val="FFFFFF"/>
                </a:solidFill>
              </a:defRPr>
            </a:lvl1pPr>
          </a:lstStyle>
          <a:p>
            <a:pPr lvl="0"/>
            <a:r>
              <a:rPr lang="en-US" dirty="0"/>
              <a:t>Additional copy here. You can use 3-5 lines here.</a:t>
            </a:r>
          </a:p>
        </p:txBody>
      </p:sp>
      <p:sp>
        <p:nvSpPr>
          <p:cNvPr id="23" name="Text Placeholder 15">
            <a:extLst>
              <a:ext uri="{FF2B5EF4-FFF2-40B4-BE49-F238E27FC236}">
                <a16:creationId xmlns:a16="http://schemas.microsoft.com/office/drawing/2014/main" id="{BBDA038D-4F74-EE00-538E-C1E9B98A0846}"/>
              </a:ext>
            </a:extLst>
          </p:cNvPr>
          <p:cNvSpPr>
            <a:spLocks noGrp="1"/>
          </p:cNvSpPr>
          <p:nvPr>
            <p:ph type="body" sz="quarter" idx="17" hasCustomPrompt="1"/>
          </p:nvPr>
        </p:nvSpPr>
        <p:spPr>
          <a:xfrm>
            <a:off x="5369016" y="2250597"/>
            <a:ext cx="1525463" cy="355443"/>
          </a:xfrm>
          <a:prstGeom prst="rect">
            <a:avLst/>
          </a:prstGeom>
        </p:spPr>
        <p:txBody>
          <a:bodyPr/>
          <a:lstStyle>
            <a:lvl1pPr algn="ctr">
              <a:buNone/>
              <a:defRPr sz="2800" b="1">
                <a:solidFill>
                  <a:srgbClr val="F15922"/>
                </a:solidFill>
              </a:defRPr>
            </a:lvl1pPr>
          </a:lstStyle>
          <a:p>
            <a:pPr lvl="0"/>
            <a:r>
              <a:rPr lang="en-US" dirty="0"/>
              <a:t>XXXXX</a:t>
            </a:r>
          </a:p>
        </p:txBody>
      </p:sp>
      <p:sp>
        <p:nvSpPr>
          <p:cNvPr id="40" name="Text Placeholder 17">
            <a:extLst>
              <a:ext uri="{FF2B5EF4-FFF2-40B4-BE49-F238E27FC236}">
                <a16:creationId xmlns:a16="http://schemas.microsoft.com/office/drawing/2014/main" id="{835278DF-79D7-DCAA-3AD9-43E0A43F2A8C}"/>
              </a:ext>
            </a:extLst>
          </p:cNvPr>
          <p:cNvSpPr>
            <a:spLocks noGrp="1"/>
          </p:cNvSpPr>
          <p:nvPr>
            <p:ph type="body" sz="quarter" idx="23" hasCustomPrompt="1"/>
          </p:nvPr>
        </p:nvSpPr>
        <p:spPr>
          <a:xfrm>
            <a:off x="5369005" y="2674387"/>
            <a:ext cx="1525463" cy="247354"/>
          </a:xfrm>
          <a:prstGeom prst="rect">
            <a:avLst/>
          </a:prstGeom>
        </p:spPr>
        <p:txBody>
          <a:bodyPr/>
          <a:lstStyle>
            <a:lvl1pPr algn="ctr">
              <a:buNone/>
              <a:defRPr sz="1600" b="1">
                <a:solidFill>
                  <a:srgbClr val="FFFFFF"/>
                </a:solidFill>
              </a:defRPr>
            </a:lvl1pPr>
          </a:lstStyle>
          <a:p>
            <a:pPr lvl="0"/>
            <a:r>
              <a:rPr lang="en-US" b="1" dirty="0"/>
              <a:t>Statistic 4</a:t>
            </a:r>
            <a:endParaRPr lang="en-US" dirty="0"/>
          </a:p>
        </p:txBody>
      </p:sp>
      <p:sp>
        <p:nvSpPr>
          <p:cNvPr id="41" name="Text Placeholder 19">
            <a:extLst>
              <a:ext uri="{FF2B5EF4-FFF2-40B4-BE49-F238E27FC236}">
                <a16:creationId xmlns:a16="http://schemas.microsoft.com/office/drawing/2014/main" id="{5D1F3180-61EE-96C1-4DD2-E8CFBA94B93F}"/>
              </a:ext>
            </a:extLst>
          </p:cNvPr>
          <p:cNvSpPr>
            <a:spLocks noGrp="1"/>
          </p:cNvSpPr>
          <p:nvPr>
            <p:ph type="body" sz="quarter" idx="24" hasCustomPrompt="1"/>
          </p:nvPr>
        </p:nvSpPr>
        <p:spPr>
          <a:xfrm>
            <a:off x="5369004" y="2921741"/>
            <a:ext cx="1525463" cy="678879"/>
          </a:xfrm>
          <a:prstGeom prst="rect">
            <a:avLst/>
          </a:prstGeom>
        </p:spPr>
        <p:txBody>
          <a:bodyPr wrap="square">
            <a:noAutofit/>
          </a:bodyPr>
          <a:lstStyle>
            <a:lvl1pPr marL="0" indent="0" algn="ctr">
              <a:spcBef>
                <a:spcPts val="0"/>
              </a:spcBef>
              <a:buNone/>
              <a:defRPr sz="1200">
                <a:solidFill>
                  <a:srgbClr val="FFFFFF"/>
                </a:solidFill>
              </a:defRPr>
            </a:lvl1pPr>
          </a:lstStyle>
          <a:p>
            <a:pPr lvl="0"/>
            <a:r>
              <a:rPr lang="en-US" dirty="0"/>
              <a:t>Additional copy here. You can use 3-5 lines here.</a:t>
            </a:r>
          </a:p>
        </p:txBody>
      </p:sp>
      <p:sp>
        <p:nvSpPr>
          <p:cNvPr id="24" name="Text Placeholder 15">
            <a:extLst>
              <a:ext uri="{FF2B5EF4-FFF2-40B4-BE49-F238E27FC236}">
                <a16:creationId xmlns:a16="http://schemas.microsoft.com/office/drawing/2014/main" id="{C20B3297-F8D6-69B5-6F66-5CC01124C1A4}"/>
              </a:ext>
            </a:extLst>
          </p:cNvPr>
          <p:cNvSpPr>
            <a:spLocks noGrp="1"/>
          </p:cNvSpPr>
          <p:nvPr>
            <p:ph type="body" sz="quarter" idx="18" hasCustomPrompt="1"/>
          </p:nvPr>
        </p:nvSpPr>
        <p:spPr>
          <a:xfrm>
            <a:off x="6928765" y="2250597"/>
            <a:ext cx="1525463" cy="355443"/>
          </a:xfrm>
          <a:prstGeom prst="rect">
            <a:avLst/>
          </a:prstGeom>
        </p:spPr>
        <p:txBody>
          <a:bodyPr/>
          <a:lstStyle>
            <a:lvl1pPr algn="ctr">
              <a:buNone/>
              <a:defRPr sz="2800" b="1">
                <a:solidFill>
                  <a:srgbClr val="F15922"/>
                </a:solidFill>
              </a:defRPr>
            </a:lvl1pPr>
          </a:lstStyle>
          <a:p>
            <a:pPr lvl="0"/>
            <a:r>
              <a:rPr lang="en-US" dirty="0"/>
              <a:t>XXXXX</a:t>
            </a:r>
          </a:p>
        </p:txBody>
      </p:sp>
      <p:sp>
        <p:nvSpPr>
          <p:cNvPr id="42" name="Text Placeholder 17">
            <a:extLst>
              <a:ext uri="{FF2B5EF4-FFF2-40B4-BE49-F238E27FC236}">
                <a16:creationId xmlns:a16="http://schemas.microsoft.com/office/drawing/2014/main" id="{BDD9E705-AD5E-898A-4237-497D4F79FEA9}"/>
              </a:ext>
            </a:extLst>
          </p:cNvPr>
          <p:cNvSpPr>
            <a:spLocks noGrp="1"/>
          </p:cNvSpPr>
          <p:nvPr>
            <p:ph type="body" sz="quarter" idx="25" hasCustomPrompt="1"/>
          </p:nvPr>
        </p:nvSpPr>
        <p:spPr>
          <a:xfrm>
            <a:off x="6928741" y="2674387"/>
            <a:ext cx="1525463" cy="247354"/>
          </a:xfrm>
          <a:prstGeom prst="rect">
            <a:avLst/>
          </a:prstGeom>
        </p:spPr>
        <p:txBody>
          <a:bodyPr/>
          <a:lstStyle>
            <a:lvl1pPr algn="ctr">
              <a:buNone/>
              <a:defRPr sz="1600" b="1">
                <a:solidFill>
                  <a:srgbClr val="FFFFFF"/>
                </a:solidFill>
              </a:defRPr>
            </a:lvl1pPr>
          </a:lstStyle>
          <a:p>
            <a:pPr lvl="0"/>
            <a:r>
              <a:rPr lang="en-US" b="1" dirty="0"/>
              <a:t>Statistic 5</a:t>
            </a:r>
            <a:endParaRPr lang="en-US" dirty="0"/>
          </a:p>
        </p:txBody>
      </p:sp>
      <p:sp>
        <p:nvSpPr>
          <p:cNvPr id="43" name="Text Placeholder 19">
            <a:extLst>
              <a:ext uri="{FF2B5EF4-FFF2-40B4-BE49-F238E27FC236}">
                <a16:creationId xmlns:a16="http://schemas.microsoft.com/office/drawing/2014/main" id="{546DA371-A92F-89E9-EC4E-2E952010CF4F}"/>
              </a:ext>
            </a:extLst>
          </p:cNvPr>
          <p:cNvSpPr>
            <a:spLocks noGrp="1"/>
          </p:cNvSpPr>
          <p:nvPr>
            <p:ph type="body" sz="quarter" idx="26" hasCustomPrompt="1"/>
          </p:nvPr>
        </p:nvSpPr>
        <p:spPr>
          <a:xfrm>
            <a:off x="6928740" y="2921741"/>
            <a:ext cx="1525463" cy="678879"/>
          </a:xfrm>
          <a:prstGeom prst="rect">
            <a:avLst/>
          </a:prstGeom>
        </p:spPr>
        <p:txBody>
          <a:bodyPr wrap="square">
            <a:noAutofit/>
          </a:bodyPr>
          <a:lstStyle>
            <a:lvl1pPr marL="0" indent="0" algn="ctr">
              <a:spcBef>
                <a:spcPts val="0"/>
              </a:spcBef>
              <a:buNone/>
              <a:defRPr sz="1200">
                <a:solidFill>
                  <a:srgbClr val="FFFFFF"/>
                </a:solidFill>
              </a:defRPr>
            </a:lvl1pPr>
          </a:lstStyle>
          <a:p>
            <a:pPr lvl="0"/>
            <a:r>
              <a:rPr lang="en-US" dirty="0"/>
              <a:t>Additional copy here. You can use 3-5 lines here.</a:t>
            </a:r>
          </a:p>
        </p:txBody>
      </p:sp>
      <p:pic>
        <p:nvPicPr>
          <p:cNvPr id="6" name="Picture 5">
            <a:extLst>
              <a:ext uri="{FF2B5EF4-FFF2-40B4-BE49-F238E27FC236}">
                <a16:creationId xmlns:a16="http://schemas.microsoft.com/office/drawing/2014/main" id="{AA8D3689-30B0-E648-917A-0928FE1E96BE}"/>
              </a:ext>
            </a:extLst>
          </p:cNvPr>
          <p:cNvPicPr>
            <a:picLocks noChangeAspect="1"/>
          </p:cNvPicPr>
          <p:nvPr userDrawn="1"/>
        </p:nvPicPr>
        <p:blipFill>
          <a:blip r:embed="rId3"/>
          <a:srcRect/>
          <a:stretch/>
        </p:blipFill>
        <p:spPr>
          <a:xfrm>
            <a:off x="7348791" y="4602597"/>
            <a:ext cx="1650074" cy="509546"/>
          </a:xfrm>
          <a:prstGeom prst="rect">
            <a:avLst/>
          </a:prstGeom>
        </p:spPr>
      </p:pic>
    </p:spTree>
    <p:extLst>
      <p:ext uri="{BB962C8B-B14F-4D97-AF65-F5344CB8AC3E}">
        <p14:creationId xmlns:p14="http://schemas.microsoft.com/office/powerpoint/2010/main" val="33083722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ing, Subheading, Table 1">
    <p:bg>
      <p:bgPr>
        <a:solidFill>
          <a:srgbClr val="032044"/>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BF575E1-2C53-5D7A-809B-162E758EF3A6}"/>
              </a:ext>
            </a:extLst>
          </p:cNvPr>
          <p:cNvPicPr>
            <a:picLocks noChangeAspect="1"/>
          </p:cNvPicPr>
          <p:nvPr userDrawn="1"/>
        </p:nvPicPr>
        <p:blipFill>
          <a:blip r:embed="rId2" cstate="screen">
            <a:alphaModFix amt="7000"/>
            <a:extLst>
              <a:ext uri="{28A0092B-C50C-407E-A947-70E740481C1C}">
                <a14:useLocalDpi xmlns:a14="http://schemas.microsoft.com/office/drawing/2010/main"/>
              </a:ext>
            </a:extLst>
          </a:blip>
          <a:srcRect/>
          <a:stretch/>
        </p:blipFill>
        <p:spPr>
          <a:xfrm>
            <a:off x="0" y="0"/>
            <a:ext cx="5764696" cy="5212080"/>
          </a:xfrm>
          <a:prstGeom prst="rect">
            <a:avLst/>
          </a:prstGeom>
        </p:spPr>
      </p:pic>
      <p:sp>
        <p:nvSpPr>
          <p:cNvPr id="5" name="AutoShape 5">
            <a:extLst>
              <a:ext uri="{FF2B5EF4-FFF2-40B4-BE49-F238E27FC236}">
                <a16:creationId xmlns:a16="http://schemas.microsoft.com/office/drawing/2014/main" id="{6F9CAA04-7956-17F9-C6FE-96B4B6A85623}"/>
              </a:ext>
            </a:extLst>
          </p:cNvPr>
          <p:cNvSpPr/>
          <p:nvPr userDrawn="1"/>
        </p:nvSpPr>
        <p:spPr>
          <a:xfrm flipV="1">
            <a:off x="689772" y="892172"/>
            <a:ext cx="4031857" cy="0"/>
          </a:xfrm>
          <a:prstGeom prst="line">
            <a:avLst/>
          </a:prstGeom>
          <a:ln w="25400" cap="flat">
            <a:solidFill>
              <a:srgbClr val="F8F4F1"/>
            </a:solidFill>
            <a:prstDash val="solid"/>
            <a:headEnd type="none" w="sm" len="sm"/>
            <a:tailEnd type="none" w="sm" len="sm"/>
          </a:ln>
        </p:spPr>
        <p:txBody>
          <a:bodyPr/>
          <a:lstStyle/>
          <a:p>
            <a:endParaRPr lang="en-US" sz="1013">
              <a:solidFill>
                <a:schemeClr val="tx2"/>
              </a:solidFill>
            </a:endParaRPr>
          </a:p>
        </p:txBody>
      </p:sp>
      <p:sp>
        <p:nvSpPr>
          <p:cNvPr id="24" name="Title 23">
            <a:extLst>
              <a:ext uri="{FF2B5EF4-FFF2-40B4-BE49-F238E27FC236}">
                <a16:creationId xmlns:a16="http://schemas.microsoft.com/office/drawing/2014/main" id="{3F542C21-3DA2-7159-D8D8-388AD059FBD8}"/>
              </a:ext>
            </a:extLst>
          </p:cNvPr>
          <p:cNvSpPr>
            <a:spLocks noGrp="1"/>
          </p:cNvSpPr>
          <p:nvPr>
            <p:ph type="title" hasCustomPrompt="1"/>
          </p:nvPr>
        </p:nvSpPr>
        <p:spPr>
          <a:xfrm>
            <a:off x="576072" y="429768"/>
            <a:ext cx="6867144" cy="429768"/>
          </a:xfrm>
          <a:prstGeom prst="rect">
            <a:avLst/>
          </a:prstGeom>
        </p:spPr>
        <p:txBody>
          <a:bodyPr/>
          <a:lstStyle>
            <a:lvl1pPr>
              <a:defRPr sz="2400" b="1">
                <a:solidFill>
                  <a:srgbClr val="F8F4F1"/>
                </a:solidFill>
                <a:latin typeface="Aptos" panose="020B0004020202020204" pitchFamily="34" charset="0"/>
              </a:defRPr>
            </a:lvl1pPr>
          </a:lstStyle>
          <a:p>
            <a:r>
              <a:rPr lang="en-US" dirty="0"/>
              <a:t>This is a heading</a:t>
            </a:r>
          </a:p>
        </p:txBody>
      </p:sp>
      <p:sp>
        <p:nvSpPr>
          <p:cNvPr id="28" name="Text Placeholder 27">
            <a:extLst>
              <a:ext uri="{FF2B5EF4-FFF2-40B4-BE49-F238E27FC236}">
                <a16:creationId xmlns:a16="http://schemas.microsoft.com/office/drawing/2014/main" id="{DC2BAAAA-1476-9CF3-996F-BFA78AF3BA81}"/>
              </a:ext>
            </a:extLst>
          </p:cNvPr>
          <p:cNvSpPr>
            <a:spLocks noGrp="1"/>
          </p:cNvSpPr>
          <p:nvPr>
            <p:ph type="body" sz="quarter" idx="10" hasCustomPrompt="1"/>
          </p:nvPr>
        </p:nvSpPr>
        <p:spPr>
          <a:xfrm>
            <a:off x="585216" y="1078992"/>
            <a:ext cx="5312664" cy="365760"/>
          </a:xfrm>
          <a:prstGeom prst="rect">
            <a:avLst/>
          </a:prstGeom>
        </p:spPr>
        <p:txBody>
          <a:bodyPr/>
          <a:lstStyle>
            <a:lvl1pPr>
              <a:buNone/>
              <a:defRPr sz="1800" b="1" cap="all" baseline="0">
                <a:solidFill>
                  <a:srgbClr val="F15922"/>
                </a:solidFill>
              </a:defRPr>
            </a:lvl1pPr>
          </a:lstStyle>
          <a:p>
            <a:pPr lvl="0"/>
            <a:r>
              <a:rPr lang="en-US" dirty="0"/>
              <a:t>Subheading here</a:t>
            </a:r>
          </a:p>
        </p:txBody>
      </p:sp>
      <p:sp>
        <p:nvSpPr>
          <p:cNvPr id="30" name="Table Placeholder 29">
            <a:extLst>
              <a:ext uri="{FF2B5EF4-FFF2-40B4-BE49-F238E27FC236}">
                <a16:creationId xmlns:a16="http://schemas.microsoft.com/office/drawing/2014/main" id="{F8AB4B27-ACFA-1C2E-262F-7DE12DDBD825}"/>
              </a:ext>
            </a:extLst>
          </p:cNvPr>
          <p:cNvSpPr>
            <a:spLocks noGrp="1"/>
          </p:cNvSpPr>
          <p:nvPr>
            <p:ph type="tbl" sz="quarter" idx="11"/>
          </p:nvPr>
        </p:nvSpPr>
        <p:spPr>
          <a:xfrm>
            <a:off x="695320" y="1536508"/>
            <a:ext cx="7753360" cy="2997291"/>
          </a:xfrm>
          <a:prstGeom prst="rect">
            <a:avLst/>
          </a:prstGeom>
        </p:spPr>
        <p:txBody>
          <a:bodyPr/>
          <a:lstStyle/>
          <a:p>
            <a:endParaRPr lang="en-US"/>
          </a:p>
        </p:txBody>
      </p:sp>
      <p:pic>
        <p:nvPicPr>
          <p:cNvPr id="4" name="Picture 3">
            <a:extLst>
              <a:ext uri="{FF2B5EF4-FFF2-40B4-BE49-F238E27FC236}">
                <a16:creationId xmlns:a16="http://schemas.microsoft.com/office/drawing/2014/main" id="{6597342B-6C50-98F5-EF8B-B21D362D137E}"/>
              </a:ext>
            </a:extLst>
          </p:cNvPr>
          <p:cNvPicPr>
            <a:picLocks noChangeAspect="1"/>
          </p:cNvPicPr>
          <p:nvPr userDrawn="1"/>
        </p:nvPicPr>
        <p:blipFill>
          <a:blip r:embed="rId3"/>
          <a:srcRect/>
          <a:stretch/>
        </p:blipFill>
        <p:spPr>
          <a:xfrm>
            <a:off x="7344937" y="4601406"/>
            <a:ext cx="1657783" cy="511928"/>
          </a:xfrm>
          <a:prstGeom prst="rect">
            <a:avLst/>
          </a:prstGeom>
        </p:spPr>
      </p:pic>
    </p:spTree>
    <p:extLst>
      <p:ext uri="{BB962C8B-B14F-4D97-AF65-F5344CB8AC3E}">
        <p14:creationId xmlns:p14="http://schemas.microsoft.com/office/powerpoint/2010/main" val="21250066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ing, Subheading, Table 2">
    <p:bg>
      <p:bgPr>
        <a:solidFill>
          <a:srgbClr val="D3430D"/>
        </a:solidFill>
        <a:effectLst/>
      </p:bgPr>
    </p:bg>
    <p:spTree>
      <p:nvGrpSpPr>
        <p:cNvPr id="1" name=""/>
        <p:cNvGrpSpPr/>
        <p:nvPr/>
      </p:nvGrpSpPr>
      <p:grpSpPr>
        <a:xfrm>
          <a:off x="0" y="0"/>
          <a:ext cx="0" cy="0"/>
          <a:chOff x="0" y="0"/>
          <a:chExt cx="0" cy="0"/>
        </a:xfrm>
      </p:grpSpPr>
      <p:sp>
        <p:nvSpPr>
          <p:cNvPr id="5" name="AutoShape 5">
            <a:extLst>
              <a:ext uri="{FF2B5EF4-FFF2-40B4-BE49-F238E27FC236}">
                <a16:creationId xmlns:a16="http://schemas.microsoft.com/office/drawing/2014/main" id="{6F9CAA04-7956-17F9-C6FE-96B4B6A85623}"/>
              </a:ext>
            </a:extLst>
          </p:cNvPr>
          <p:cNvSpPr/>
          <p:nvPr userDrawn="1"/>
        </p:nvSpPr>
        <p:spPr>
          <a:xfrm flipV="1">
            <a:off x="689772" y="892172"/>
            <a:ext cx="4031857" cy="0"/>
          </a:xfrm>
          <a:prstGeom prst="line">
            <a:avLst/>
          </a:prstGeom>
          <a:ln w="25400" cap="flat">
            <a:solidFill>
              <a:srgbClr val="F8F4F1"/>
            </a:solidFill>
            <a:prstDash val="solid"/>
            <a:headEnd type="none" w="sm" len="sm"/>
            <a:tailEnd type="none" w="sm" len="sm"/>
          </a:ln>
        </p:spPr>
        <p:txBody>
          <a:bodyPr/>
          <a:lstStyle/>
          <a:p>
            <a:endParaRPr lang="en-US" sz="1013">
              <a:solidFill>
                <a:schemeClr val="tx2"/>
              </a:solidFill>
            </a:endParaRPr>
          </a:p>
        </p:txBody>
      </p:sp>
      <p:sp>
        <p:nvSpPr>
          <p:cNvPr id="24" name="Title 23">
            <a:extLst>
              <a:ext uri="{FF2B5EF4-FFF2-40B4-BE49-F238E27FC236}">
                <a16:creationId xmlns:a16="http://schemas.microsoft.com/office/drawing/2014/main" id="{3F542C21-3DA2-7159-D8D8-388AD059FBD8}"/>
              </a:ext>
            </a:extLst>
          </p:cNvPr>
          <p:cNvSpPr>
            <a:spLocks noGrp="1"/>
          </p:cNvSpPr>
          <p:nvPr>
            <p:ph type="title" hasCustomPrompt="1"/>
          </p:nvPr>
        </p:nvSpPr>
        <p:spPr>
          <a:xfrm>
            <a:off x="576072" y="429768"/>
            <a:ext cx="6867144" cy="429768"/>
          </a:xfrm>
          <a:prstGeom prst="rect">
            <a:avLst/>
          </a:prstGeom>
        </p:spPr>
        <p:txBody>
          <a:bodyPr/>
          <a:lstStyle>
            <a:lvl1pPr>
              <a:defRPr sz="2400" b="1">
                <a:solidFill>
                  <a:srgbClr val="F8F4F1"/>
                </a:solidFill>
                <a:latin typeface="Aptos" panose="020B0004020202020204" pitchFamily="34" charset="0"/>
              </a:defRPr>
            </a:lvl1pPr>
          </a:lstStyle>
          <a:p>
            <a:r>
              <a:rPr lang="en-US" dirty="0"/>
              <a:t>This is a heading</a:t>
            </a:r>
          </a:p>
        </p:txBody>
      </p:sp>
      <p:sp>
        <p:nvSpPr>
          <p:cNvPr id="28" name="Text Placeholder 27">
            <a:extLst>
              <a:ext uri="{FF2B5EF4-FFF2-40B4-BE49-F238E27FC236}">
                <a16:creationId xmlns:a16="http://schemas.microsoft.com/office/drawing/2014/main" id="{DC2BAAAA-1476-9CF3-996F-BFA78AF3BA81}"/>
              </a:ext>
            </a:extLst>
          </p:cNvPr>
          <p:cNvSpPr>
            <a:spLocks noGrp="1"/>
          </p:cNvSpPr>
          <p:nvPr>
            <p:ph type="body" sz="quarter" idx="10" hasCustomPrompt="1"/>
          </p:nvPr>
        </p:nvSpPr>
        <p:spPr>
          <a:xfrm>
            <a:off x="585216" y="1078992"/>
            <a:ext cx="5312664" cy="365760"/>
          </a:xfrm>
          <a:prstGeom prst="rect">
            <a:avLst/>
          </a:prstGeom>
        </p:spPr>
        <p:txBody>
          <a:bodyPr/>
          <a:lstStyle>
            <a:lvl1pPr>
              <a:buNone/>
              <a:defRPr sz="1800" b="1" cap="all" baseline="0">
                <a:solidFill>
                  <a:srgbClr val="FFFFFF"/>
                </a:solidFill>
              </a:defRPr>
            </a:lvl1pPr>
          </a:lstStyle>
          <a:p>
            <a:pPr lvl="0"/>
            <a:r>
              <a:rPr lang="en-US" dirty="0"/>
              <a:t>Subheading here</a:t>
            </a:r>
          </a:p>
        </p:txBody>
      </p:sp>
      <p:sp>
        <p:nvSpPr>
          <p:cNvPr id="30" name="Table Placeholder 29">
            <a:extLst>
              <a:ext uri="{FF2B5EF4-FFF2-40B4-BE49-F238E27FC236}">
                <a16:creationId xmlns:a16="http://schemas.microsoft.com/office/drawing/2014/main" id="{F8AB4B27-ACFA-1C2E-262F-7DE12DDBD825}"/>
              </a:ext>
            </a:extLst>
          </p:cNvPr>
          <p:cNvSpPr>
            <a:spLocks noGrp="1"/>
          </p:cNvSpPr>
          <p:nvPr>
            <p:ph type="tbl" sz="quarter" idx="11"/>
          </p:nvPr>
        </p:nvSpPr>
        <p:spPr>
          <a:xfrm>
            <a:off x="695320" y="1536508"/>
            <a:ext cx="7753360" cy="2997291"/>
          </a:xfrm>
          <a:prstGeom prst="rect">
            <a:avLst/>
          </a:prstGeom>
        </p:spPr>
        <p:txBody>
          <a:bodyPr/>
          <a:lstStyle/>
          <a:p>
            <a:endParaRPr lang="en-US"/>
          </a:p>
        </p:txBody>
      </p:sp>
      <p:pic>
        <p:nvPicPr>
          <p:cNvPr id="31" name="Picture 30">
            <a:extLst>
              <a:ext uri="{FF2B5EF4-FFF2-40B4-BE49-F238E27FC236}">
                <a16:creationId xmlns:a16="http://schemas.microsoft.com/office/drawing/2014/main" id="{E1BE5706-EFF6-0034-C7E2-4C84242BF000}"/>
              </a:ext>
            </a:extLst>
          </p:cNvPr>
          <p:cNvPicPr>
            <a:picLocks noChangeAspect="1"/>
          </p:cNvPicPr>
          <p:nvPr userDrawn="1"/>
        </p:nvPicPr>
        <p:blipFill>
          <a:blip r:embed="rId2" cstate="screen">
            <a:alphaModFix amt="17000"/>
            <a:extLst>
              <a:ext uri="{28A0092B-C50C-407E-A947-70E740481C1C}">
                <a14:useLocalDpi xmlns:a14="http://schemas.microsoft.com/office/drawing/2010/main"/>
              </a:ext>
            </a:extLst>
          </a:blip>
          <a:srcRect/>
          <a:stretch/>
        </p:blipFill>
        <p:spPr>
          <a:xfrm>
            <a:off x="0" y="0"/>
            <a:ext cx="5764696" cy="5212080"/>
          </a:xfrm>
          <a:prstGeom prst="rect">
            <a:avLst/>
          </a:prstGeom>
        </p:spPr>
      </p:pic>
      <p:pic>
        <p:nvPicPr>
          <p:cNvPr id="3" name="Picture 2">
            <a:extLst>
              <a:ext uri="{FF2B5EF4-FFF2-40B4-BE49-F238E27FC236}">
                <a16:creationId xmlns:a16="http://schemas.microsoft.com/office/drawing/2014/main" id="{881028C3-2581-0B5C-51C0-74F0CE3C227B}"/>
              </a:ext>
            </a:extLst>
          </p:cNvPr>
          <p:cNvPicPr>
            <a:picLocks noChangeAspect="1"/>
          </p:cNvPicPr>
          <p:nvPr userDrawn="1"/>
        </p:nvPicPr>
        <p:blipFill>
          <a:blip r:embed="rId3"/>
          <a:srcRect/>
          <a:stretch/>
        </p:blipFill>
        <p:spPr>
          <a:xfrm>
            <a:off x="7348791" y="4601406"/>
            <a:ext cx="1650074" cy="511928"/>
          </a:xfrm>
          <a:prstGeom prst="rect">
            <a:avLst/>
          </a:prstGeom>
        </p:spPr>
      </p:pic>
    </p:spTree>
    <p:extLst>
      <p:ext uri="{BB962C8B-B14F-4D97-AF65-F5344CB8AC3E}">
        <p14:creationId xmlns:p14="http://schemas.microsoft.com/office/powerpoint/2010/main" val="35307071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ing, Subheading, Table 3">
    <p:bg>
      <p:bgPr>
        <a:solidFill>
          <a:srgbClr val="F8F4F1"/>
        </a:solidFill>
        <a:effectLst/>
      </p:bgPr>
    </p:bg>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3F542C21-3DA2-7159-D8D8-388AD059FBD8}"/>
              </a:ext>
            </a:extLst>
          </p:cNvPr>
          <p:cNvSpPr>
            <a:spLocks noGrp="1"/>
          </p:cNvSpPr>
          <p:nvPr>
            <p:ph type="title" hasCustomPrompt="1"/>
          </p:nvPr>
        </p:nvSpPr>
        <p:spPr>
          <a:xfrm>
            <a:off x="576072" y="429768"/>
            <a:ext cx="6867144" cy="429768"/>
          </a:xfrm>
          <a:prstGeom prst="rect">
            <a:avLst/>
          </a:prstGeom>
        </p:spPr>
        <p:txBody>
          <a:bodyPr/>
          <a:lstStyle>
            <a:lvl1pPr>
              <a:defRPr sz="2400" b="1">
                <a:solidFill>
                  <a:srgbClr val="032044"/>
                </a:solidFill>
                <a:latin typeface="Aptos" panose="020B0004020202020204" pitchFamily="34" charset="0"/>
              </a:defRPr>
            </a:lvl1pPr>
          </a:lstStyle>
          <a:p>
            <a:r>
              <a:rPr lang="en-US" dirty="0"/>
              <a:t>This is a heading</a:t>
            </a:r>
          </a:p>
        </p:txBody>
      </p:sp>
      <p:sp>
        <p:nvSpPr>
          <p:cNvPr id="28" name="Text Placeholder 27">
            <a:extLst>
              <a:ext uri="{FF2B5EF4-FFF2-40B4-BE49-F238E27FC236}">
                <a16:creationId xmlns:a16="http://schemas.microsoft.com/office/drawing/2014/main" id="{DC2BAAAA-1476-9CF3-996F-BFA78AF3BA81}"/>
              </a:ext>
            </a:extLst>
          </p:cNvPr>
          <p:cNvSpPr>
            <a:spLocks noGrp="1"/>
          </p:cNvSpPr>
          <p:nvPr>
            <p:ph type="body" sz="quarter" idx="10" hasCustomPrompt="1"/>
          </p:nvPr>
        </p:nvSpPr>
        <p:spPr>
          <a:xfrm>
            <a:off x="585216" y="1078992"/>
            <a:ext cx="5312664" cy="365760"/>
          </a:xfrm>
          <a:prstGeom prst="rect">
            <a:avLst/>
          </a:prstGeom>
        </p:spPr>
        <p:txBody>
          <a:bodyPr/>
          <a:lstStyle>
            <a:lvl1pPr>
              <a:buNone/>
              <a:defRPr sz="1800" b="1" cap="all" baseline="0">
                <a:solidFill>
                  <a:srgbClr val="C23D0C"/>
                </a:solidFill>
              </a:defRPr>
            </a:lvl1pPr>
          </a:lstStyle>
          <a:p>
            <a:pPr lvl="0"/>
            <a:r>
              <a:rPr lang="en-US" dirty="0"/>
              <a:t>Subheading here</a:t>
            </a:r>
          </a:p>
        </p:txBody>
      </p:sp>
      <p:sp>
        <p:nvSpPr>
          <p:cNvPr id="30" name="Table Placeholder 29">
            <a:extLst>
              <a:ext uri="{FF2B5EF4-FFF2-40B4-BE49-F238E27FC236}">
                <a16:creationId xmlns:a16="http://schemas.microsoft.com/office/drawing/2014/main" id="{F8AB4B27-ACFA-1C2E-262F-7DE12DDBD825}"/>
              </a:ext>
            </a:extLst>
          </p:cNvPr>
          <p:cNvSpPr>
            <a:spLocks noGrp="1"/>
          </p:cNvSpPr>
          <p:nvPr>
            <p:ph type="tbl" sz="quarter" idx="11"/>
          </p:nvPr>
        </p:nvSpPr>
        <p:spPr>
          <a:xfrm>
            <a:off x="695320" y="1536508"/>
            <a:ext cx="7753360" cy="2997291"/>
          </a:xfrm>
          <a:prstGeom prst="rect">
            <a:avLst/>
          </a:prstGeom>
        </p:spPr>
        <p:txBody>
          <a:bodyPr/>
          <a:lstStyle/>
          <a:p>
            <a:endParaRPr lang="en-US"/>
          </a:p>
        </p:txBody>
      </p:sp>
      <p:pic>
        <p:nvPicPr>
          <p:cNvPr id="13" name="Picture 12">
            <a:extLst>
              <a:ext uri="{FF2B5EF4-FFF2-40B4-BE49-F238E27FC236}">
                <a16:creationId xmlns:a16="http://schemas.microsoft.com/office/drawing/2014/main" id="{781099DA-4EB1-F216-9CD2-07F3AE867D17}"/>
              </a:ext>
            </a:extLst>
          </p:cNvPr>
          <p:cNvPicPr>
            <a:picLocks noChangeAspect="1"/>
          </p:cNvPicPr>
          <p:nvPr userDrawn="1"/>
        </p:nvPicPr>
        <p:blipFill>
          <a:blip r:embed="rId2" cstate="screen">
            <a:alphaModFix amt="23000"/>
            <a:extLst>
              <a:ext uri="{28A0092B-C50C-407E-A947-70E740481C1C}">
                <a14:useLocalDpi xmlns:a14="http://schemas.microsoft.com/office/drawing/2010/main"/>
              </a:ext>
            </a:extLst>
          </a:blip>
          <a:srcRect/>
          <a:stretch/>
        </p:blipFill>
        <p:spPr>
          <a:xfrm>
            <a:off x="0" y="0"/>
            <a:ext cx="5764696" cy="5212080"/>
          </a:xfrm>
          <a:prstGeom prst="rect">
            <a:avLst/>
          </a:prstGeom>
        </p:spPr>
      </p:pic>
      <p:sp>
        <p:nvSpPr>
          <p:cNvPr id="5" name="AutoShape 5">
            <a:extLst>
              <a:ext uri="{FF2B5EF4-FFF2-40B4-BE49-F238E27FC236}">
                <a16:creationId xmlns:a16="http://schemas.microsoft.com/office/drawing/2014/main" id="{6F9CAA04-7956-17F9-C6FE-96B4B6A85623}"/>
              </a:ext>
            </a:extLst>
          </p:cNvPr>
          <p:cNvSpPr/>
          <p:nvPr userDrawn="1"/>
        </p:nvSpPr>
        <p:spPr>
          <a:xfrm flipV="1">
            <a:off x="689772" y="892172"/>
            <a:ext cx="4031857" cy="0"/>
          </a:xfrm>
          <a:prstGeom prst="line">
            <a:avLst/>
          </a:prstGeom>
          <a:ln w="25400" cap="flat">
            <a:solidFill>
              <a:srgbClr val="032044"/>
            </a:solidFill>
            <a:prstDash val="solid"/>
            <a:headEnd type="none" w="sm" len="sm"/>
            <a:tailEnd type="none" w="sm" len="sm"/>
          </a:ln>
        </p:spPr>
        <p:txBody>
          <a:bodyPr/>
          <a:lstStyle/>
          <a:p>
            <a:endParaRPr lang="en-US" sz="1013">
              <a:solidFill>
                <a:schemeClr val="tx2"/>
              </a:solidFill>
            </a:endParaRPr>
          </a:p>
        </p:txBody>
      </p:sp>
      <p:pic>
        <p:nvPicPr>
          <p:cNvPr id="3" name="Picture 2">
            <a:extLst>
              <a:ext uri="{FF2B5EF4-FFF2-40B4-BE49-F238E27FC236}">
                <a16:creationId xmlns:a16="http://schemas.microsoft.com/office/drawing/2014/main" id="{9CF62763-8DDA-E1CA-DD86-A92C809A3A6A}"/>
              </a:ext>
            </a:extLst>
          </p:cNvPr>
          <p:cNvPicPr>
            <a:picLocks noChangeAspect="1"/>
          </p:cNvPicPr>
          <p:nvPr userDrawn="1"/>
        </p:nvPicPr>
        <p:blipFill>
          <a:blip r:embed="rId3"/>
          <a:srcRect/>
          <a:stretch/>
        </p:blipFill>
        <p:spPr>
          <a:xfrm>
            <a:off x="7348791" y="4602597"/>
            <a:ext cx="1650074" cy="509546"/>
          </a:xfrm>
          <a:prstGeom prst="rect">
            <a:avLst/>
          </a:prstGeom>
        </p:spPr>
      </p:pic>
    </p:spTree>
    <p:extLst>
      <p:ext uri="{BB962C8B-B14F-4D97-AF65-F5344CB8AC3E}">
        <p14:creationId xmlns:p14="http://schemas.microsoft.com/office/powerpoint/2010/main" val="42615264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ing, Subheading, Icons 1">
    <p:bg>
      <p:bgPr>
        <a:solidFill>
          <a:srgbClr val="032044"/>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BF575E1-2C53-5D7A-809B-162E758EF3A6}"/>
              </a:ext>
            </a:extLst>
          </p:cNvPr>
          <p:cNvPicPr>
            <a:picLocks noChangeAspect="1"/>
          </p:cNvPicPr>
          <p:nvPr userDrawn="1"/>
        </p:nvPicPr>
        <p:blipFill>
          <a:blip r:embed="rId2" cstate="screen">
            <a:alphaModFix amt="7000"/>
            <a:extLst>
              <a:ext uri="{28A0092B-C50C-407E-A947-70E740481C1C}">
                <a14:useLocalDpi xmlns:a14="http://schemas.microsoft.com/office/drawing/2010/main"/>
              </a:ext>
            </a:extLst>
          </a:blip>
          <a:srcRect/>
          <a:stretch/>
        </p:blipFill>
        <p:spPr>
          <a:xfrm>
            <a:off x="0" y="0"/>
            <a:ext cx="5764696" cy="5212080"/>
          </a:xfrm>
          <a:prstGeom prst="rect">
            <a:avLst/>
          </a:prstGeom>
        </p:spPr>
      </p:pic>
      <p:sp>
        <p:nvSpPr>
          <p:cNvPr id="5" name="AutoShape 5">
            <a:extLst>
              <a:ext uri="{FF2B5EF4-FFF2-40B4-BE49-F238E27FC236}">
                <a16:creationId xmlns:a16="http://schemas.microsoft.com/office/drawing/2014/main" id="{6F9CAA04-7956-17F9-C6FE-96B4B6A85623}"/>
              </a:ext>
            </a:extLst>
          </p:cNvPr>
          <p:cNvSpPr/>
          <p:nvPr userDrawn="1"/>
        </p:nvSpPr>
        <p:spPr>
          <a:xfrm flipV="1">
            <a:off x="689772" y="892172"/>
            <a:ext cx="4031857" cy="0"/>
          </a:xfrm>
          <a:prstGeom prst="line">
            <a:avLst/>
          </a:prstGeom>
          <a:ln w="25400" cap="flat">
            <a:solidFill>
              <a:srgbClr val="F8F4F1"/>
            </a:solidFill>
            <a:prstDash val="solid"/>
            <a:headEnd type="none" w="sm" len="sm"/>
            <a:tailEnd type="none" w="sm" len="sm"/>
          </a:ln>
        </p:spPr>
        <p:txBody>
          <a:bodyPr/>
          <a:lstStyle/>
          <a:p>
            <a:endParaRPr lang="en-US" sz="1013">
              <a:solidFill>
                <a:schemeClr val="tx2"/>
              </a:solidFill>
            </a:endParaRPr>
          </a:p>
        </p:txBody>
      </p:sp>
      <p:cxnSp>
        <p:nvCxnSpPr>
          <p:cNvPr id="6" name="Straight Connector 5">
            <a:extLst>
              <a:ext uri="{FF2B5EF4-FFF2-40B4-BE49-F238E27FC236}">
                <a16:creationId xmlns:a16="http://schemas.microsoft.com/office/drawing/2014/main" id="{FD606EF9-7DC9-9D81-CB7E-2FAEA420B661}"/>
              </a:ext>
            </a:extLst>
          </p:cNvPr>
          <p:cNvCxnSpPr>
            <a:cxnSpLocks/>
          </p:cNvCxnSpPr>
          <p:nvPr userDrawn="1"/>
        </p:nvCxnSpPr>
        <p:spPr>
          <a:xfrm>
            <a:off x="934483" y="3447545"/>
            <a:ext cx="910811" cy="0"/>
          </a:xfrm>
          <a:prstGeom prst="line">
            <a:avLst/>
          </a:prstGeom>
          <a:ln w="25400">
            <a:solidFill>
              <a:srgbClr val="F05A2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B2F05A2-4083-34D7-C62C-F17625025229}"/>
              </a:ext>
            </a:extLst>
          </p:cNvPr>
          <p:cNvCxnSpPr>
            <a:cxnSpLocks/>
          </p:cNvCxnSpPr>
          <p:nvPr userDrawn="1"/>
        </p:nvCxnSpPr>
        <p:spPr>
          <a:xfrm>
            <a:off x="3037603" y="3447545"/>
            <a:ext cx="910811" cy="0"/>
          </a:xfrm>
          <a:prstGeom prst="line">
            <a:avLst/>
          </a:prstGeom>
          <a:ln w="25400">
            <a:solidFill>
              <a:srgbClr val="F05A2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2EBB23E-E5FF-6AB3-A34F-277A091F20F8}"/>
              </a:ext>
            </a:extLst>
          </p:cNvPr>
          <p:cNvCxnSpPr>
            <a:cxnSpLocks/>
          </p:cNvCxnSpPr>
          <p:nvPr userDrawn="1"/>
        </p:nvCxnSpPr>
        <p:spPr>
          <a:xfrm>
            <a:off x="5204731" y="3447545"/>
            <a:ext cx="910811" cy="0"/>
          </a:xfrm>
          <a:prstGeom prst="line">
            <a:avLst/>
          </a:prstGeom>
          <a:ln w="25400">
            <a:solidFill>
              <a:srgbClr val="F05A2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BA7B377-D06B-D198-7418-37CF27E3EC8F}"/>
              </a:ext>
            </a:extLst>
          </p:cNvPr>
          <p:cNvCxnSpPr>
            <a:cxnSpLocks/>
          </p:cNvCxnSpPr>
          <p:nvPr userDrawn="1"/>
        </p:nvCxnSpPr>
        <p:spPr>
          <a:xfrm>
            <a:off x="7289563" y="3447545"/>
            <a:ext cx="910811" cy="0"/>
          </a:xfrm>
          <a:prstGeom prst="line">
            <a:avLst/>
          </a:prstGeom>
          <a:ln w="25400">
            <a:solidFill>
              <a:srgbClr val="F05A21"/>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993BBB5C-E1D1-89D6-8A47-77F6CA0C3F63}"/>
              </a:ext>
            </a:extLst>
          </p:cNvPr>
          <p:cNvSpPr>
            <a:spLocks noGrp="1"/>
          </p:cNvSpPr>
          <p:nvPr>
            <p:ph type="title" hasCustomPrompt="1"/>
          </p:nvPr>
        </p:nvSpPr>
        <p:spPr>
          <a:xfrm>
            <a:off x="585216" y="420624"/>
            <a:ext cx="7886700" cy="429768"/>
          </a:xfrm>
          <a:prstGeom prst="rect">
            <a:avLst/>
          </a:prstGeom>
        </p:spPr>
        <p:txBody>
          <a:bodyPr anchor="b" anchorCtr="0">
            <a:spAutoFit/>
          </a:bodyPr>
          <a:lstStyle>
            <a:lvl1pPr>
              <a:defRPr sz="2400" b="1">
                <a:solidFill>
                  <a:srgbClr val="F8F4F1"/>
                </a:solidFill>
                <a:latin typeface="Aptos" panose="020B0004020202020204" pitchFamily="34" charset="0"/>
              </a:defRPr>
            </a:lvl1pPr>
          </a:lstStyle>
          <a:p>
            <a:r>
              <a:rPr lang="en-US" dirty="0"/>
              <a:t>This is a heading</a:t>
            </a:r>
          </a:p>
        </p:txBody>
      </p:sp>
      <p:sp>
        <p:nvSpPr>
          <p:cNvPr id="40" name="Text Placeholder 27">
            <a:extLst>
              <a:ext uri="{FF2B5EF4-FFF2-40B4-BE49-F238E27FC236}">
                <a16:creationId xmlns:a16="http://schemas.microsoft.com/office/drawing/2014/main" id="{B77720E0-A81B-EB5B-0190-24A04CE5CF20}"/>
              </a:ext>
            </a:extLst>
          </p:cNvPr>
          <p:cNvSpPr>
            <a:spLocks noGrp="1"/>
          </p:cNvSpPr>
          <p:nvPr>
            <p:ph type="body" sz="quarter" idx="10" hasCustomPrompt="1"/>
          </p:nvPr>
        </p:nvSpPr>
        <p:spPr>
          <a:xfrm>
            <a:off x="585216" y="1119632"/>
            <a:ext cx="5312664" cy="365760"/>
          </a:xfrm>
          <a:prstGeom prst="rect">
            <a:avLst/>
          </a:prstGeom>
        </p:spPr>
        <p:txBody>
          <a:bodyPr/>
          <a:lstStyle>
            <a:lvl1pPr>
              <a:buNone/>
              <a:defRPr sz="1800" b="1" cap="all" baseline="0">
                <a:solidFill>
                  <a:srgbClr val="F15922"/>
                </a:solidFill>
              </a:defRPr>
            </a:lvl1pPr>
          </a:lstStyle>
          <a:p>
            <a:pPr lvl="0"/>
            <a:r>
              <a:rPr lang="en-US" dirty="0"/>
              <a:t>Subheading here</a:t>
            </a:r>
          </a:p>
        </p:txBody>
      </p:sp>
      <p:sp>
        <p:nvSpPr>
          <p:cNvPr id="41" name="Text Placeholder 17">
            <a:extLst>
              <a:ext uri="{FF2B5EF4-FFF2-40B4-BE49-F238E27FC236}">
                <a16:creationId xmlns:a16="http://schemas.microsoft.com/office/drawing/2014/main" id="{5182B5E4-7D61-1F41-FD24-6960247B9DD6}"/>
              </a:ext>
            </a:extLst>
          </p:cNvPr>
          <p:cNvSpPr>
            <a:spLocks noGrp="1"/>
          </p:cNvSpPr>
          <p:nvPr>
            <p:ph type="body" sz="quarter" idx="12" hasCustomPrompt="1"/>
          </p:nvPr>
        </p:nvSpPr>
        <p:spPr>
          <a:xfrm>
            <a:off x="585216" y="1595689"/>
            <a:ext cx="4197096" cy="315407"/>
          </a:xfrm>
          <a:prstGeom prst="rect">
            <a:avLst/>
          </a:prstGeom>
        </p:spPr>
        <p:txBody>
          <a:bodyPr anchor="b" anchorCtr="0">
            <a:spAutoFit/>
          </a:bodyPr>
          <a:lstStyle>
            <a:lvl1pPr>
              <a:buNone/>
              <a:defRPr sz="1600">
                <a:solidFill>
                  <a:srgbClr val="FFFFFF"/>
                </a:solidFill>
              </a:defRPr>
            </a:lvl1pPr>
          </a:lstStyle>
          <a:p>
            <a:pPr lvl="0"/>
            <a:r>
              <a:rPr lang="en-US" dirty="0"/>
              <a:t>A write-up follows the heading.</a:t>
            </a:r>
          </a:p>
        </p:txBody>
      </p:sp>
      <p:sp>
        <p:nvSpPr>
          <p:cNvPr id="47" name="Picture Placeholder 46">
            <a:extLst>
              <a:ext uri="{FF2B5EF4-FFF2-40B4-BE49-F238E27FC236}">
                <a16:creationId xmlns:a16="http://schemas.microsoft.com/office/drawing/2014/main" id="{5E3EDEDE-13F8-CD32-41EE-703A23947136}"/>
              </a:ext>
            </a:extLst>
          </p:cNvPr>
          <p:cNvSpPr>
            <a:spLocks noGrp="1"/>
          </p:cNvSpPr>
          <p:nvPr>
            <p:ph type="pic" sz="quarter" idx="13"/>
          </p:nvPr>
        </p:nvSpPr>
        <p:spPr>
          <a:xfrm>
            <a:off x="1019556" y="2139696"/>
            <a:ext cx="740664" cy="740664"/>
          </a:xfrm>
          <a:prstGeom prst="rect">
            <a:avLst/>
          </a:prstGeom>
        </p:spPr>
        <p:txBody>
          <a:bodyPr/>
          <a:lstStyle/>
          <a:p>
            <a:endParaRPr lang="en-US"/>
          </a:p>
        </p:txBody>
      </p:sp>
      <p:sp>
        <p:nvSpPr>
          <p:cNvPr id="11" name="Text Placeholder 10">
            <a:extLst>
              <a:ext uri="{FF2B5EF4-FFF2-40B4-BE49-F238E27FC236}">
                <a16:creationId xmlns:a16="http://schemas.microsoft.com/office/drawing/2014/main" id="{1A296843-17B8-A4A7-29BC-72D8153ECFD0}"/>
              </a:ext>
            </a:extLst>
          </p:cNvPr>
          <p:cNvSpPr>
            <a:spLocks noGrp="1"/>
          </p:cNvSpPr>
          <p:nvPr>
            <p:ph type="body" sz="quarter" idx="17" hasCustomPrompt="1"/>
          </p:nvPr>
        </p:nvSpPr>
        <p:spPr>
          <a:xfrm>
            <a:off x="813816" y="3108960"/>
            <a:ext cx="1152144" cy="283464"/>
          </a:xfrm>
          <a:prstGeom prst="rect">
            <a:avLst/>
          </a:prstGeom>
        </p:spPr>
        <p:txBody>
          <a:bodyPr>
            <a:normAutofit/>
          </a:bodyPr>
          <a:lstStyle>
            <a:lvl1pPr algn="ctr">
              <a:buNone/>
              <a:defRPr sz="1400" b="1">
                <a:solidFill>
                  <a:schemeClr val="bg1"/>
                </a:solidFill>
                <a:latin typeface="Aptos" panose="020B0004020202020204" pitchFamily="34" charset="0"/>
              </a:defRPr>
            </a:lvl1pPr>
          </a:lstStyle>
          <a:p>
            <a:pPr lvl="0"/>
            <a:r>
              <a:rPr lang="en-US" dirty="0"/>
              <a:t>Icon Title</a:t>
            </a:r>
          </a:p>
        </p:txBody>
      </p:sp>
      <p:sp>
        <p:nvSpPr>
          <p:cNvPr id="16" name="Text Placeholder 15">
            <a:extLst>
              <a:ext uri="{FF2B5EF4-FFF2-40B4-BE49-F238E27FC236}">
                <a16:creationId xmlns:a16="http://schemas.microsoft.com/office/drawing/2014/main" id="{B018AFB4-3595-8741-5C57-7B80CB4E21C9}"/>
              </a:ext>
            </a:extLst>
          </p:cNvPr>
          <p:cNvSpPr>
            <a:spLocks noGrp="1"/>
          </p:cNvSpPr>
          <p:nvPr>
            <p:ph type="body" sz="quarter" idx="21" hasCustomPrompt="1"/>
          </p:nvPr>
        </p:nvSpPr>
        <p:spPr>
          <a:xfrm>
            <a:off x="685800" y="3529584"/>
            <a:ext cx="1408176" cy="694944"/>
          </a:xfrm>
          <a:prstGeom prst="rect">
            <a:avLst/>
          </a:prstGeom>
        </p:spPr>
        <p:txBody>
          <a:bodyPr>
            <a:normAutofit/>
          </a:bodyPr>
          <a:lstStyle>
            <a:lvl1pPr marL="0" indent="0" algn="ctr">
              <a:lnSpc>
                <a:spcPct val="90000"/>
              </a:lnSpc>
              <a:spcBef>
                <a:spcPts val="0"/>
              </a:spcBef>
              <a:spcAft>
                <a:spcPts val="600"/>
              </a:spcAft>
              <a:buNone/>
              <a:defRPr sz="1400">
                <a:solidFill>
                  <a:schemeClr val="bg1"/>
                </a:solidFill>
              </a:defRPr>
            </a:lvl1pPr>
          </a:lstStyle>
          <a:p>
            <a:pPr lvl="0"/>
            <a:r>
              <a:rPr lang="en-US" dirty="0"/>
              <a:t>Additional copy here to go along with the icon.</a:t>
            </a:r>
          </a:p>
        </p:txBody>
      </p:sp>
      <p:sp>
        <p:nvSpPr>
          <p:cNvPr id="49" name="Picture Placeholder 46">
            <a:extLst>
              <a:ext uri="{FF2B5EF4-FFF2-40B4-BE49-F238E27FC236}">
                <a16:creationId xmlns:a16="http://schemas.microsoft.com/office/drawing/2014/main" id="{C8D69C82-A8E9-69B7-9E9A-7818218A0567}"/>
              </a:ext>
            </a:extLst>
          </p:cNvPr>
          <p:cNvSpPr>
            <a:spLocks noGrp="1"/>
          </p:cNvSpPr>
          <p:nvPr>
            <p:ph type="pic" sz="quarter" idx="14"/>
          </p:nvPr>
        </p:nvSpPr>
        <p:spPr>
          <a:xfrm>
            <a:off x="3122676" y="2139510"/>
            <a:ext cx="740664" cy="740664"/>
          </a:xfrm>
          <a:prstGeom prst="rect">
            <a:avLst/>
          </a:prstGeom>
        </p:spPr>
        <p:txBody>
          <a:bodyPr/>
          <a:lstStyle/>
          <a:p>
            <a:endParaRPr lang="en-US"/>
          </a:p>
        </p:txBody>
      </p:sp>
      <p:sp>
        <p:nvSpPr>
          <p:cNvPr id="12" name="Text Placeholder 10">
            <a:extLst>
              <a:ext uri="{FF2B5EF4-FFF2-40B4-BE49-F238E27FC236}">
                <a16:creationId xmlns:a16="http://schemas.microsoft.com/office/drawing/2014/main" id="{C3BB6733-1960-433C-E0CF-98008B0A2CAD}"/>
              </a:ext>
            </a:extLst>
          </p:cNvPr>
          <p:cNvSpPr>
            <a:spLocks noGrp="1"/>
          </p:cNvSpPr>
          <p:nvPr>
            <p:ph type="body" sz="quarter" idx="18" hasCustomPrompt="1"/>
          </p:nvPr>
        </p:nvSpPr>
        <p:spPr>
          <a:xfrm>
            <a:off x="2916936" y="3108960"/>
            <a:ext cx="1152144" cy="283464"/>
          </a:xfrm>
          <a:prstGeom prst="rect">
            <a:avLst/>
          </a:prstGeom>
        </p:spPr>
        <p:txBody>
          <a:bodyPr>
            <a:normAutofit/>
          </a:bodyPr>
          <a:lstStyle>
            <a:lvl1pPr algn="ctr">
              <a:buNone/>
              <a:defRPr sz="1400" b="1">
                <a:solidFill>
                  <a:schemeClr val="bg1"/>
                </a:solidFill>
                <a:latin typeface="Aptos" panose="020B0004020202020204" pitchFamily="34" charset="0"/>
              </a:defRPr>
            </a:lvl1pPr>
          </a:lstStyle>
          <a:p>
            <a:pPr lvl="0"/>
            <a:r>
              <a:rPr lang="en-US" dirty="0"/>
              <a:t>Icon Title</a:t>
            </a:r>
          </a:p>
        </p:txBody>
      </p:sp>
      <p:sp>
        <p:nvSpPr>
          <p:cNvPr id="17" name="Text Placeholder 15">
            <a:extLst>
              <a:ext uri="{FF2B5EF4-FFF2-40B4-BE49-F238E27FC236}">
                <a16:creationId xmlns:a16="http://schemas.microsoft.com/office/drawing/2014/main" id="{11A95F4F-2FBA-E4FD-7BD4-39665298729C}"/>
              </a:ext>
            </a:extLst>
          </p:cNvPr>
          <p:cNvSpPr>
            <a:spLocks noGrp="1"/>
          </p:cNvSpPr>
          <p:nvPr>
            <p:ph type="body" sz="quarter" idx="22" hasCustomPrompt="1"/>
          </p:nvPr>
        </p:nvSpPr>
        <p:spPr>
          <a:xfrm>
            <a:off x="2788920" y="3529584"/>
            <a:ext cx="1408176" cy="694944"/>
          </a:xfrm>
          <a:prstGeom prst="rect">
            <a:avLst/>
          </a:prstGeom>
        </p:spPr>
        <p:txBody>
          <a:bodyPr>
            <a:normAutofit/>
          </a:bodyPr>
          <a:lstStyle>
            <a:lvl1pPr marL="0" indent="0" algn="ctr">
              <a:lnSpc>
                <a:spcPct val="90000"/>
              </a:lnSpc>
              <a:spcBef>
                <a:spcPts val="0"/>
              </a:spcBef>
              <a:spcAft>
                <a:spcPts val="600"/>
              </a:spcAft>
              <a:buNone/>
              <a:defRPr sz="1400">
                <a:solidFill>
                  <a:schemeClr val="bg1"/>
                </a:solidFill>
              </a:defRPr>
            </a:lvl1pPr>
          </a:lstStyle>
          <a:p>
            <a:pPr lvl="0"/>
            <a:r>
              <a:rPr lang="en-US" dirty="0"/>
              <a:t>Additional copy here to go along with the icon.</a:t>
            </a:r>
          </a:p>
        </p:txBody>
      </p:sp>
      <p:sp>
        <p:nvSpPr>
          <p:cNvPr id="50" name="Picture Placeholder 46">
            <a:extLst>
              <a:ext uri="{FF2B5EF4-FFF2-40B4-BE49-F238E27FC236}">
                <a16:creationId xmlns:a16="http://schemas.microsoft.com/office/drawing/2014/main" id="{C4D0C734-AA57-B913-4482-1B989768ACB2}"/>
              </a:ext>
            </a:extLst>
          </p:cNvPr>
          <p:cNvSpPr>
            <a:spLocks noGrp="1"/>
          </p:cNvSpPr>
          <p:nvPr>
            <p:ph type="pic" sz="quarter" idx="15"/>
          </p:nvPr>
        </p:nvSpPr>
        <p:spPr>
          <a:xfrm>
            <a:off x="5289804" y="2136033"/>
            <a:ext cx="740664" cy="740664"/>
          </a:xfrm>
          <a:prstGeom prst="rect">
            <a:avLst/>
          </a:prstGeom>
        </p:spPr>
        <p:txBody>
          <a:bodyPr/>
          <a:lstStyle/>
          <a:p>
            <a:endParaRPr lang="en-US"/>
          </a:p>
        </p:txBody>
      </p:sp>
      <p:sp>
        <p:nvSpPr>
          <p:cNvPr id="13" name="Text Placeholder 10">
            <a:extLst>
              <a:ext uri="{FF2B5EF4-FFF2-40B4-BE49-F238E27FC236}">
                <a16:creationId xmlns:a16="http://schemas.microsoft.com/office/drawing/2014/main" id="{BB414164-866A-514C-6F51-BC2E2EF1F740}"/>
              </a:ext>
            </a:extLst>
          </p:cNvPr>
          <p:cNvSpPr>
            <a:spLocks noGrp="1"/>
          </p:cNvSpPr>
          <p:nvPr>
            <p:ph type="body" sz="quarter" idx="19" hasCustomPrompt="1"/>
          </p:nvPr>
        </p:nvSpPr>
        <p:spPr>
          <a:xfrm>
            <a:off x="5084064" y="3108960"/>
            <a:ext cx="1152144" cy="283464"/>
          </a:xfrm>
          <a:prstGeom prst="rect">
            <a:avLst/>
          </a:prstGeom>
        </p:spPr>
        <p:txBody>
          <a:bodyPr>
            <a:normAutofit/>
          </a:bodyPr>
          <a:lstStyle>
            <a:lvl1pPr algn="ctr">
              <a:buNone/>
              <a:defRPr sz="1400" b="1">
                <a:solidFill>
                  <a:schemeClr val="bg1"/>
                </a:solidFill>
                <a:latin typeface="Aptos" panose="020B0004020202020204" pitchFamily="34" charset="0"/>
              </a:defRPr>
            </a:lvl1pPr>
          </a:lstStyle>
          <a:p>
            <a:pPr lvl="0"/>
            <a:r>
              <a:rPr lang="en-US" dirty="0"/>
              <a:t>Icon Title</a:t>
            </a:r>
          </a:p>
        </p:txBody>
      </p:sp>
      <p:sp>
        <p:nvSpPr>
          <p:cNvPr id="18" name="Text Placeholder 15">
            <a:extLst>
              <a:ext uri="{FF2B5EF4-FFF2-40B4-BE49-F238E27FC236}">
                <a16:creationId xmlns:a16="http://schemas.microsoft.com/office/drawing/2014/main" id="{24BB302B-69F0-68BF-D6B0-4EAD49A9639F}"/>
              </a:ext>
            </a:extLst>
          </p:cNvPr>
          <p:cNvSpPr>
            <a:spLocks noGrp="1"/>
          </p:cNvSpPr>
          <p:nvPr>
            <p:ph type="body" sz="quarter" idx="23" hasCustomPrompt="1"/>
          </p:nvPr>
        </p:nvSpPr>
        <p:spPr>
          <a:xfrm>
            <a:off x="4956048" y="3529584"/>
            <a:ext cx="1408176" cy="694944"/>
          </a:xfrm>
          <a:prstGeom prst="rect">
            <a:avLst/>
          </a:prstGeom>
        </p:spPr>
        <p:txBody>
          <a:bodyPr>
            <a:normAutofit/>
          </a:bodyPr>
          <a:lstStyle>
            <a:lvl1pPr marL="0" indent="0" algn="ctr">
              <a:lnSpc>
                <a:spcPct val="90000"/>
              </a:lnSpc>
              <a:spcBef>
                <a:spcPts val="0"/>
              </a:spcBef>
              <a:spcAft>
                <a:spcPts val="600"/>
              </a:spcAft>
              <a:buNone/>
              <a:defRPr sz="1400">
                <a:solidFill>
                  <a:schemeClr val="bg1"/>
                </a:solidFill>
              </a:defRPr>
            </a:lvl1pPr>
          </a:lstStyle>
          <a:p>
            <a:pPr lvl="0"/>
            <a:r>
              <a:rPr lang="en-US" dirty="0"/>
              <a:t>Additional copy here to go along with the icon.</a:t>
            </a:r>
          </a:p>
        </p:txBody>
      </p:sp>
      <p:sp>
        <p:nvSpPr>
          <p:cNvPr id="51" name="Picture Placeholder 46">
            <a:extLst>
              <a:ext uri="{FF2B5EF4-FFF2-40B4-BE49-F238E27FC236}">
                <a16:creationId xmlns:a16="http://schemas.microsoft.com/office/drawing/2014/main" id="{1704F89E-718E-886F-2C4E-225643917E5E}"/>
              </a:ext>
            </a:extLst>
          </p:cNvPr>
          <p:cNvSpPr>
            <a:spLocks noGrp="1"/>
          </p:cNvSpPr>
          <p:nvPr>
            <p:ph type="pic" sz="quarter" idx="16"/>
          </p:nvPr>
        </p:nvSpPr>
        <p:spPr>
          <a:xfrm>
            <a:off x="7374636" y="2139510"/>
            <a:ext cx="740664" cy="740664"/>
          </a:xfrm>
          <a:prstGeom prst="rect">
            <a:avLst/>
          </a:prstGeom>
        </p:spPr>
        <p:txBody>
          <a:bodyPr/>
          <a:lstStyle/>
          <a:p>
            <a:endParaRPr lang="en-US"/>
          </a:p>
        </p:txBody>
      </p:sp>
      <p:sp>
        <p:nvSpPr>
          <p:cNvPr id="14" name="Text Placeholder 10">
            <a:extLst>
              <a:ext uri="{FF2B5EF4-FFF2-40B4-BE49-F238E27FC236}">
                <a16:creationId xmlns:a16="http://schemas.microsoft.com/office/drawing/2014/main" id="{F2076E4C-883E-2FAA-236A-001E8E0CEDB2}"/>
              </a:ext>
            </a:extLst>
          </p:cNvPr>
          <p:cNvSpPr>
            <a:spLocks noGrp="1"/>
          </p:cNvSpPr>
          <p:nvPr>
            <p:ph type="body" sz="quarter" idx="20" hasCustomPrompt="1"/>
          </p:nvPr>
        </p:nvSpPr>
        <p:spPr>
          <a:xfrm>
            <a:off x="7168896" y="3108960"/>
            <a:ext cx="1152144" cy="283464"/>
          </a:xfrm>
          <a:prstGeom prst="rect">
            <a:avLst/>
          </a:prstGeom>
        </p:spPr>
        <p:txBody>
          <a:bodyPr>
            <a:normAutofit/>
          </a:bodyPr>
          <a:lstStyle>
            <a:lvl1pPr algn="ctr">
              <a:buNone/>
              <a:defRPr sz="1400" b="1">
                <a:solidFill>
                  <a:schemeClr val="bg1"/>
                </a:solidFill>
                <a:latin typeface="Aptos" panose="020B0004020202020204" pitchFamily="34" charset="0"/>
              </a:defRPr>
            </a:lvl1pPr>
          </a:lstStyle>
          <a:p>
            <a:pPr lvl="0"/>
            <a:r>
              <a:rPr lang="en-US" dirty="0"/>
              <a:t>Icon Title</a:t>
            </a:r>
          </a:p>
        </p:txBody>
      </p:sp>
      <p:sp>
        <p:nvSpPr>
          <p:cNvPr id="19" name="Text Placeholder 15">
            <a:extLst>
              <a:ext uri="{FF2B5EF4-FFF2-40B4-BE49-F238E27FC236}">
                <a16:creationId xmlns:a16="http://schemas.microsoft.com/office/drawing/2014/main" id="{995A36AC-E69A-8C97-7653-F6EDA10CC86F}"/>
              </a:ext>
            </a:extLst>
          </p:cNvPr>
          <p:cNvSpPr>
            <a:spLocks noGrp="1"/>
          </p:cNvSpPr>
          <p:nvPr>
            <p:ph type="body" sz="quarter" idx="24" hasCustomPrompt="1"/>
          </p:nvPr>
        </p:nvSpPr>
        <p:spPr>
          <a:xfrm>
            <a:off x="7040880" y="3529584"/>
            <a:ext cx="1408176" cy="694944"/>
          </a:xfrm>
          <a:prstGeom prst="rect">
            <a:avLst/>
          </a:prstGeom>
        </p:spPr>
        <p:txBody>
          <a:bodyPr>
            <a:normAutofit/>
          </a:bodyPr>
          <a:lstStyle>
            <a:lvl1pPr marL="0" indent="0" algn="ctr">
              <a:lnSpc>
                <a:spcPct val="90000"/>
              </a:lnSpc>
              <a:spcBef>
                <a:spcPts val="0"/>
              </a:spcBef>
              <a:spcAft>
                <a:spcPts val="600"/>
              </a:spcAft>
              <a:buNone/>
              <a:defRPr sz="1400">
                <a:solidFill>
                  <a:schemeClr val="bg1"/>
                </a:solidFill>
              </a:defRPr>
            </a:lvl1pPr>
          </a:lstStyle>
          <a:p>
            <a:pPr lvl="0"/>
            <a:r>
              <a:rPr lang="en-US" dirty="0"/>
              <a:t>Additional copy here to go along with the icon.</a:t>
            </a:r>
          </a:p>
        </p:txBody>
      </p:sp>
      <p:pic>
        <p:nvPicPr>
          <p:cNvPr id="4" name="Picture 3">
            <a:extLst>
              <a:ext uri="{FF2B5EF4-FFF2-40B4-BE49-F238E27FC236}">
                <a16:creationId xmlns:a16="http://schemas.microsoft.com/office/drawing/2014/main" id="{4D970214-1AC8-D20C-5683-2295AB3EB49A}"/>
              </a:ext>
            </a:extLst>
          </p:cNvPr>
          <p:cNvPicPr>
            <a:picLocks noChangeAspect="1"/>
          </p:cNvPicPr>
          <p:nvPr userDrawn="1"/>
        </p:nvPicPr>
        <p:blipFill>
          <a:blip r:embed="rId3"/>
          <a:srcRect/>
          <a:stretch/>
        </p:blipFill>
        <p:spPr>
          <a:xfrm>
            <a:off x="7344937" y="4601406"/>
            <a:ext cx="1657783" cy="511928"/>
          </a:xfrm>
          <a:prstGeom prst="rect">
            <a:avLst/>
          </a:prstGeom>
        </p:spPr>
      </p:pic>
    </p:spTree>
    <p:extLst>
      <p:ext uri="{BB962C8B-B14F-4D97-AF65-F5344CB8AC3E}">
        <p14:creationId xmlns:p14="http://schemas.microsoft.com/office/powerpoint/2010/main" val="29710184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ing, Subheading, Icons 2">
    <p:bg>
      <p:bgPr>
        <a:solidFill>
          <a:srgbClr val="D3430D"/>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D7C223EC-E25A-2A29-467A-5DD0D3D87837}"/>
              </a:ext>
            </a:extLst>
          </p:cNvPr>
          <p:cNvPicPr>
            <a:picLocks noGrp="1" noRot="1" noChangeAspect="1" noMove="1" noResize="1" noEditPoints="1" noAdjustHandles="1" noChangeArrowheads="1" noChangeShapeType="1" noCrop="1"/>
          </p:cNvPicPr>
          <p:nvPr userDrawn="1"/>
        </p:nvPicPr>
        <p:blipFill>
          <a:blip r:embed="rId2" cstate="screen">
            <a:alphaModFix amt="17000"/>
            <a:extLst>
              <a:ext uri="{28A0092B-C50C-407E-A947-70E740481C1C}">
                <a14:useLocalDpi xmlns:a14="http://schemas.microsoft.com/office/drawing/2010/main"/>
              </a:ext>
            </a:extLst>
          </a:blip>
          <a:srcRect/>
          <a:stretch/>
        </p:blipFill>
        <p:spPr>
          <a:xfrm>
            <a:off x="0" y="0"/>
            <a:ext cx="5764696" cy="5212080"/>
          </a:xfrm>
          <a:prstGeom prst="rect">
            <a:avLst/>
          </a:prstGeom>
        </p:spPr>
      </p:pic>
      <p:sp>
        <p:nvSpPr>
          <p:cNvPr id="3" name="Title 2">
            <a:extLst>
              <a:ext uri="{FF2B5EF4-FFF2-40B4-BE49-F238E27FC236}">
                <a16:creationId xmlns:a16="http://schemas.microsoft.com/office/drawing/2014/main" id="{993BBB5C-E1D1-89D6-8A47-77F6CA0C3F63}"/>
              </a:ext>
            </a:extLst>
          </p:cNvPr>
          <p:cNvSpPr>
            <a:spLocks noGrp="1"/>
          </p:cNvSpPr>
          <p:nvPr>
            <p:ph type="title" hasCustomPrompt="1"/>
          </p:nvPr>
        </p:nvSpPr>
        <p:spPr>
          <a:xfrm>
            <a:off x="585216" y="420624"/>
            <a:ext cx="7886700" cy="429768"/>
          </a:xfrm>
          <a:prstGeom prst="rect">
            <a:avLst/>
          </a:prstGeom>
        </p:spPr>
        <p:txBody>
          <a:bodyPr anchor="b" anchorCtr="0">
            <a:spAutoFit/>
          </a:bodyPr>
          <a:lstStyle>
            <a:lvl1pPr>
              <a:defRPr sz="2400" b="1">
                <a:solidFill>
                  <a:srgbClr val="F8F4F1"/>
                </a:solidFill>
                <a:latin typeface="Aptos" panose="020B0004020202020204" pitchFamily="34" charset="0"/>
              </a:defRPr>
            </a:lvl1pPr>
          </a:lstStyle>
          <a:p>
            <a:r>
              <a:rPr lang="en-US" dirty="0"/>
              <a:t>This is a heading</a:t>
            </a:r>
          </a:p>
        </p:txBody>
      </p:sp>
      <p:sp>
        <p:nvSpPr>
          <p:cNvPr id="5" name="AutoShape 5">
            <a:extLst>
              <a:ext uri="{FF2B5EF4-FFF2-40B4-BE49-F238E27FC236}">
                <a16:creationId xmlns:a16="http://schemas.microsoft.com/office/drawing/2014/main" id="{6F9CAA04-7956-17F9-C6FE-96B4B6A85623}"/>
              </a:ext>
            </a:extLst>
          </p:cNvPr>
          <p:cNvSpPr/>
          <p:nvPr userDrawn="1"/>
        </p:nvSpPr>
        <p:spPr>
          <a:xfrm flipV="1">
            <a:off x="689772" y="892172"/>
            <a:ext cx="4031857" cy="0"/>
          </a:xfrm>
          <a:prstGeom prst="line">
            <a:avLst/>
          </a:prstGeom>
          <a:ln w="25400" cap="flat">
            <a:solidFill>
              <a:srgbClr val="F8F4F1"/>
            </a:solidFill>
            <a:prstDash val="solid"/>
            <a:headEnd type="none" w="sm" len="sm"/>
            <a:tailEnd type="none" w="sm" len="sm"/>
          </a:ln>
        </p:spPr>
        <p:txBody>
          <a:bodyPr/>
          <a:lstStyle/>
          <a:p>
            <a:endParaRPr lang="en-US" sz="1013">
              <a:solidFill>
                <a:schemeClr val="tx2"/>
              </a:solidFill>
            </a:endParaRPr>
          </a:p>
        </p:txBody>
      </p:sp>
      <p:cxnSp>
        <p:nvCxnSpPr>
          <p:cNvPr id="6" name="Straight Connector 5">
            <a:extLst>
              <a:ext uri="{FF2B5EF4-FFF2-40B4-BE49-F238E27FC236}">
                <a16:creationId xmlns:a16="http://schemas.microsoft.com/office/drawing/2014/main" id="{FD606EF9-7DC9-9D81-CB7E-2FAEA420B661}"/>
              </a:ext>
            </a:extLst>
          </p:cNvPr>
          <p:cNvCxnSpPr>
            <a:cxnSpLocks/>
          </p:cNvCxnSpPr>
          <p:nvPr userDrawn="1"/>
        </p:nvCxnSpPr>
        <p:spPr>
          <a:xfrm>
            <a:off x="934483" y="3447545"/>
            <a:ext cx="910811" cy="0"/>
          </a:xfrm>
          <a:prstGeom prst="line">
            <a:avLst/>
          </a:prstGeom>
          <a:ln w="25400">
            <a:solidFill>
              <a:srgbClr val="032044"/>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B2F05A2-4083-34D7-C62C-F17625025229}"/>
              </a:ext>
            </a:extLst>
          </p:cNvPr>
          <p:cNvCxnSpPr>
            <a:cxnSpLocks/>
          </p:cNvCxnSpPr>
          <p:nvPr userDrawn="1"/>
        </p:nvCxnSpPr>
        <p:spPr>
          <a:xfrm>
            <a:off x="3037603" y="3447545"/>
            <a:ext cx="910811" cy="0"/>
          </a:xfrm>
          <a:prstGeom prst="line">
            <a:avLst/>
          </a:prstGeom>
          <a:ln w="25400">
            <a:solidFill>
              <a:srgbClr val="032044"/>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2EBB23E-E5FF-6AB3-A34F-277A091F20F8}"/>
              </a:ext>
            </a:extLst>
          </p:cNvPr>
          <p:cNvCxnSpPr>
            <a:cxnSpLocks/>
          </p:cNvCxnSpPr>
          <p:nvPr userDrawn="1"/>
        </p:nvCxnSpPr>
        <p:spPr>
          <a:xfrm>
            <a:off x="5204731" y="3447545"/>
            <a:ext cx="910811" cy="0"/>
          </a:xfrm>
          <a:prstGeom prst="line">
            <a:avLst/>
          </a:prstGeom>
          <a:ln w="25400">
            <a:solidFill>
              <a:srgbClr val="032044"/>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BA7B377-D06B-D198-7418-37CF27E3EC8F}"/>
              </a:ext>
            </a:extLst>
          </p:cNvPr>
          <p:cNvCxnSpPr>
            <a:cxnSpLocks/>
          </p:cNvCxnSpPr>
          <p:nvPr userDrawn="1"/>
        </p:nvCxnSpPr>
        <p:spPr>
          <a:xfrm>
            <a:off x="7289563" y="3447545"/>
            <a:ext cx="910811" cy="0"/>
          </a:xfrm>
          <a:prstGeom prst="line">
            <a:avLst/>
          </a:prstGeom>
          <a:ln w="25400">
            <a:solidFill>
              <a:srgbClr val="032044"/>
            </a:solidFill>
          </a:ln>
        </p:spPr>
        <p:style>
          <a:lnRef idx="1">
            <a:schemeClr val="accent1"/>
          </a:lnRef>
          <a:fillRef idx="0">
            <a:schemeClr val="accent1"/>
          </a:fillRef>
          <a:effectRef idx="0">
            <a:schemeClr val="accent1"/>
          </a:effectRef>
          <a:fontRef idx="minor">
            <a:schemeClr val="tx1"/>
          </a:fontRef>
        </p:style>
      </p:cxnSp>
      <p:sp>
        <p:nvSpPr>
          <p:cNvPr id="40" name="Text Placeholder 27">
            <a:extLst>
              <a:ext uri="{FF2B5EF4-FFF2-40B4-BE49-F238E27FC236}">
                <a16:creationId xmlns:a16="http://schemas.microsoft.com/office/drawing/2014/main" id="{B77720E0-A81B-EB5B-0190-24A04CE5CF20}"/>
              </a:ext>
            </a:extLst>
          </p:cNvPr>
          <p:cNvSpPr>
            <a:spLocks noGrp="1"/>
          </p:cNvSpPr>
          <p:nvPr>
            <p:ph type="body" sz="quarter" idx="10" hasCustomPrompt="1"/>
          </p:nvPr>
        </p:nvSpPr>
        <p:spPr>
          <a:xfrm>
            <a:off x="585216" y="1119632"/>
            <a:ext cx="5312664" cy="365760"/>
          </a:xfrm>
          <a:prstGeom prst="rect">
            <a:avLst/>
          </a:prstGeom>
        </p:spPr>
        <p:txBody>
          <a:bodyPr/>
          <a:lstStyle>
            <a:lvl1pPr>
              <a:buNone/>
              <a:defRPr sz="1800" b="1" cap="all" baseline="0">
                <a:solidFill>
                  <a:srgbClr val="F8F4F1"/>
                </a:solidFill>
              </a:defRPr>
            </a:lvl1pPr>
          </a:lstStyle>
          <a:p>
            <a:pPr lvl="0"/>
            <a:r>
              <a:rPr lang="en-US" dirty="0"/>
              <a:t>Subheading here</a:t>
            </a:r>
          </a:p>
        </p:txBody>
      </p:sp>
      <p:sp>
        <p:nvSpPr>
          <p:cNvPr id="41" name="Text Placeholder 17">
            <a:extLst>
              <a:ext uri="{FF2B5EF4-FFF2-40B4-BE49-F238E27FC236}">
                <a16:creationId xmlns:a16="http://schemas.microsoft.com/office/drawing/2014/main" id="{5182B5E4-7D61-1F41-FD24-6960247B9DD6}"/>
              </a:ext>
            </a:extLst>
          </p:cNvPr>
          <p:cNvSpPr>
            <a:spLocks noGrp="1"/>
          </p:cNvSpPr>
          <p:nvPr>
            <p:ph type="body" sz="quarter" idx="12" hasCustomPrompt="1"/>
          </p:nvPr>
        </p:nvSpPr>
        <p:spPr>
          <a:xfrm>
            <a:off x="585216" y="1595689"/>
            <a:ext cx="4197096" cy="315407"/>
          </a:xfrm>
          <a:prstGeom prst="rect">
            <a:avLst/>
          </a:prstGeom>
        </p:spPr>
        <p:txBody>
          <a:bodyPr anchor="b" anchorCtr="0">
            <a:spAutoFit/>
          </a:bodyPr>
          <a:lstStyle>
            <a:lvl1pPr>
              <a:buNone/>
              <a:defRPr sz="1600">
                <a:solidFill>
                  <a:srgbClr val="032044"/>
                </a:solidFill>
              </a:defRPr>
            </a:lvl1pPr>
          </a:lstStyle>
          <a:p>
            <a:pPr lvl="0"/>
            <a:r>
              <a:rPr lang="en-US" dirty="0"/>
              <a:t>A write-up follows the heading.</a:t>
            </a:r>
          </a:p>
        </p:txBody>
      </p:sp>
      <p:sp>
        <p:nvSpPr>
          <p:cNvPr id="47" name="Picture Placeholder 46">
            <a:extLst>
              <a:ext uri="{FF2B5EF4-FFF2-40B4-BE49-F238E27FC236}">
                <a16:creationId xmlns:a16="http://schemas.microsoft.com/office/drawing/2014/main" id="{5E3EDEDE-13F8-CD32-41EE-703A23947136}"/>
              </a:ext>
            </a:extLst>
          </p:cNvPr>
          <p:cNvSpPr>
            <a:spLocks noGrp="1"/>
          </p:cNvSpPr>
          <p:nvPr>
            <p:ph type="pic" sz="quarter" idx="13"/>
          </p:nvPr>
        </p:nvSpPr>
        <p:spPr>
          <a:xfrm>
            <a:off x="1019556" y="2139696"/>
            <a:ext cx="740664" cy="740664"/>
          </a:xfrm>
          <a:prstGeom prst="rect">
            <a:avLst/>
          </a:prstGeom>
        </p:spPr>
        <p:txBody>
          <a:bodyPr/>
          <a:lstStyle/>
          <a:p>
            <a:endParaRPr lang="en-US"/>
          </a:p>
        </p:txBody>
      </p:sp>
      <p:sp>
        <p:nvSpPr>
          <p:cNvPr id="49" name="Picture Placeholder 46">
            <a:extLst>
              <a:ext uri="{FF2B5EF4-FFF2-40B4-BE49-F238E27FC236}">
                <a16:creationId xmlns:a16="http://schemas.microsoft.com/office/drawing/2014/main" id="{C8D69C82-A8E9-69B7-9E9A-7818218A0567}"/>
              </a:ext>
            </a:extLst>
          </p:cNvPr>
          <p:cNvSpPr>
            <a:spLocks noGrp="1"/>
          </p:cNvSpPr>
          <p:nvPr>
            <p:ph type="pic" sz="quarter" idx="14"/>
          </p:nvPr>
        </p:nvSpPr>
        <p:spPr>
          <a:xfrm>
            <a:off x="3122676" y="2139510"/>
            <a:ext cx="740664" cy="740664"/>
          </a:xfrm>
          <a:prstGeom prst="rect">
            <a:avLst/>
          </a:prstGeom>
        </p:spPr>
        <p:txBody>
          <a:bodyPr/>
          <a:lstStyle/>
          <a:p>
            <a:endParaRPr lang="en-US"/>
          </a:p>
        </p:txBody>
      </p:sp>
      <p:sp>
        <p:nvSpPr>
          <p:cNvPr id="50" name="Picture Placeholder 46">
            <a:extLst>
              <a:ext uri="{FF2B5EF4-FFF2-40B4-BE49-F238E27FC236}">
                <a16:creationId xmlns:a16="http://schemas.microsoft.com/office/drawing/2014/main" id="{C4D0C734-AA57-B913-4482-1B989768ACB2}"/>
              </a:ext>
            </a:extLst>
          </p:cNvPr>
          <p:cNvSpPr>
            <a:spLocks noGrp="1"/>
          </p:cNvSpPr>
          <p:nvPr>
            <p:ph type="pic" sz="quarter" idx="15"/>
          </p:nvPr>
        </p:nvSpPr>
        <p:spPr>
          <a:xfrm>
            <a:off x="5289804" y="2136033"/>
            <a:ext cx="740664" cy="740664"/>
          </a:xfrm>
          <a:prstGeom prst="rect">
            <a:avLst/>
          </a:prstGeom>
        </p:spPr>
        <p:txBody>
          <a:bodyPr/>
          <a:lstStyle/>
          <a:p>
            <a:endParaRPr lang="en-US"/>
          </a:p>
        </p:txBody>
      </p:sp>
      <p:sp>
        <p:nvSpPr>
          <p:cNvPr id="51" name="Picture Placeholder 46">
            <a:extLst>
              <a:ext uri="{FF2B5EF4-FFF2-40B4-BE49-F238E27FC236}">
                <a16:creationId xmlns:a16="http://schemas.microsoft.com/office/drawing/2014/main" id="{1704F89E-718E-886F-2C4E-225643917E5E}"/>
              </a:ext>
            </a:extLst>
          </p:cNvPr>
          <p:cNvSpPr>
            <a:spLocks noGrp="1"/>
          </p:cNvSpPr>
          <p:nvPr>
            <p:ph type="pic" sz="quarter" idx="16"/>
          </p:nvPr>
        </p:nvSpPr>
        <p:spPr>
          <a:xfrm>
            <a:off x="7374636" y="2139510"/>
            <a:ext cx="740664" cy="740664"/>
          </a:xfrm>
          <a:prstGeom prst="rect">
            <a:avLst/>
          </a:prstGeom>
        </p:spPr>
        <p:txBody>
          <a:bodyPr/>
          <a:lstStyle/>
          <a:p>
            <a:endParaRPr lang="en-US"/>
          </a:p>
        </p:txBody>
      </p:sp>
      <p:sp>
        <p:nvSpPr>
          <p:cNvPr id="11" name="Text Placeholder 10">
            <a:extLst>
              <a:ext uri="{FF2B5EF4-FFF2-40B4-BE49-F238E27FC236}">
                <a16:creationId xmlns:a16="http://schemas.microsoft.com/office/drawing/2014/main" id="{1A296843-17B8-A4A7-29BC-72D8153ECFD0}"/>
              </a:ext>
            </a:extLst>
          </p:cNvPr>
          <p:cNvSpPr>
            <a:spLocks noGrp="1"/>
          </p:cNvSpPr>
          <p:nvPr>
            <p:ph type="body" sz="quarter" idx="17" hasCustomPrompt="1"/>
          </p:nvPr>
        </p:nvSpPr>
        <p:spPr>
          <a:xfrm>
            <a:off x="813816" y="3108960"/>
            <a:ext cx="1152144" cy="283464"/>
          </a:xfrm>
          <a:prstGeom prst="rect">
            <a:avLst/>
          </a:prstGeom>
        </p:spPr>
        <p:txBody>
          <a:bodyPr>
            <a:normAutofit/>
          </a:bodyPr>
          <a:lstStyle>
            <a:lvl1pPr algn="ctr">
              <a:buNone/>
              <a:defRPr sz="1400" b="1">
                <a:solidFill>
                  <a:srgbClr val="032044"/>
                </a:solidFill>
                <a:latin typeface="Aptos" panose="020B0004020202020204" pitchFamily="34" charset="0"/>
              </a:defRPr>
            </a:lvl1pPr>
          </a:lstStyle>
          <a:p>
            <a:pPr lvl="0"/>
            <a:r>
              <a:rPr lang="en-US" dirty="0"/>
              <a:t>Icon Title</a:t>
            </a:r>
          </a:p>
        </p:txBody>
      </p:sp>
      <p:sp>
        <p:nvSpPr>
          <p:cNvPr id="12" name="Text Placeholder 10">
            <a:extLst>
              <a:ext uri="{FF2B5EF4-FFF2-40B4-BE49-F238E27FC236}">
                <a16:creationId xmlns:a16="http://schemas.microsoft.com/office/drawing/2014/main" id="{C3BB6733-1960-433C-E0CF-98008B0A2CAD}"/>
              </a:ext>
            </a:extLst>
          </p:cNvPr>
          <p:cNvSpPr>
            <a:spLocks noGrp="1"/>
          </p:cNvSpPr>
          <p:nvPr>
            <p:ph type="body" sz="quarter" idx="18" hasCustomPrompt="1"/>
          </p:nvPr>
        </p:nvSpPr>
        <p:spPr>
          <a:xfrm>
            <a:off x="2916936" y="3108960"/>
            <a:ext cx="1152144" cy="283464"/>
          </a:xfrm>
          <a:prstGeom prst="rect">
            <a:avLst/>
          </a:prstGeom>
        </p:spPr>
        <p:txBody>
          <a:bodyPr>
            <a:normAutofit/>
          </a:bodyPr>
          <a:lstStyle>
            <a:lvl1pPr algn="ctr">
              <a:buNone/>
              <a:defRPr sz="1400" b="1">
                <a:solidFill>
                  <a:srgbClr val="032044"/>
                </a:solidFill>
                <a:latin typeface="Aptos" panose="020B0004020202020204" pitchFamily="34" charset="0"/>
              </a:defRPr>
            </a:lvl1pPr>
          </a:lstStyle>
          <a:p>
            <a:pPr lvl="0"/>
            <a:r>
              <a:rPr lang="en-US" dirty="0"/>
              <a:t>Icon Title</a:t>
            </a:r>
          </a:p>
        </p:txBody>
      </p:sp>
      <p:sp>
        <p:nvSpPr>
          <p:cNvPr id="13" name="Text Placeholder 10">
            <a:extLst>
              <a:ext uri="{FF2B5EF4-FFF2-40B4-BE49-F238E27FC236}">
                <a16:creationId xmlns:a16="http://schemas.microsoft.com/office/drawing/2014/main" id="{BB414164-866A-514C-6F51-BC2E2EF1F740}"/>
              </a:ext>
            </a:extLst>
          </p:cNvPr>
          <p:cNvSpPr>
            <a:spLocks noGrp="1"/>
          </p:cNvSpPr>
          <p:nvPr>
            <p:ph type="body" sz="quarter" idx="19" hasCustomPrompt="1"/>
          </p:nvPr>
        </p:nvSpPr>
        <p:spPr>
          <a:xfrm>
            <a:off x="5084064" y="3108960"/>
            <a:ext cx="1152144" cy="283464"/>
          </a:xfrm>
          <a:prstGeom prst="rect">
            <a:avLst/>
          </a:prstGeom>
        </p:spPr>
        <p:txBody>
          <a:bodyPr>
            <a:normAutofit/>
          </a:bodyPr>
          <a:lstStyle>
            <a:lvl1pPr algn="ctr">
              <a:buNone/>
              <a:defRPr sz="1400" b="1">
                <a:solidFill>
                  <a:srgbClr val="032044"/>
                </a:solidFill>
                <a:latin typeface="Aptos" panose="020B0004020202020204" pitchFamily="34" charset="0"/>
              </a:defRPr>
            </a:lvl1pPr>
          </a:lstStyle>
          <a:p>
            <a:pPr lvl="0"/>
            <a:r>
              <a:rPr lang="en-US" dirty="0"/>
              <a:t>Icon Title</a:t>
            </a:r>
          </a:p>
        </p:txBody>
      </p:sp>
      <p:sp>
        <p:nvSpPr>
          <p:cNvPr id="14" name="Text Placeholder 10">
            <a:extLst>
              <a:ext uri="{FF2B5EF4-FFF2-40B4-BE49-F238E27FC236}">
                <a16:creationId xmlns:a16="http://schemas.microsoft.com/office/drawing/2014/main" id="{F2076E4C-883E-2FAA-236A-001E8E0CEDB2}"/>
              </a:ext>
            </a:extLst>
          </p:cNvPr>
          <p:cNvSpPr>
            <a:spLocks noGrp="1"/>
          </p:cNvSpPr>
          <p:nvPr>
            <p:ph type="body" sz="quarter" idx="20" hasCustomPrompt="1"/>
          </p:nvPr>
        </p:nvSpPr>
        <p:spPr>
          <a:xfrm>
            <a:off x="7168896" y="3108960"/>
            <a:ext cx="1152144" cy="283464"/>
          </a:xfrm>
          <a:prstGeom prst="rect">
            <a:avLst/>
          </a:prstGeom>
        </p:spPr>
        <p:txBody>
          <a:bodyPr>
            <a:normAutofit/>
          </a:bodyPr>
          <a:lstStyle>
            <a:lvl1pPr algn="ctr">
              <a:buNone/>
              <a:defRPr sz="1400" b="1">
                <a:solidFill>
                  <a:srgbClr val="032044"/>
                </a:solidFill>
                <a:latin typeface="Aptos" panose="020B0004020202020204" pitchFamily="34" charset="0"/>
              </a:defRPr>
            </a:lvl1pPr>
          </a:lstStyle>
          <a:p>
            <a:pPr lvl="0"/>
            <a:r>
              <a:rPr lang="en-US" dirty="0"/>
              <a:t>Icon Title</a:t>
            </a:r>
          </a:p>
        </p:txBody>
      </p:sp>
      <p:sp>
        <p:nvSpPr>
          <p:cNvPr id="16" name="Text Placeholder 15">
            <a:extLst>
              <a:ext uri="{FF2B5EF4-FFF2-40B4-BE49-F238E27FC236}">
                <a16:creationId xmlns:a16="http://schemas.microsoft.com/office/drawing/2014/main" id="{B018AFB4-3595-8741-5C57-7B80CB4E21C9}"/>
              </a:ext>
            </a:extLst>
          </p:cNvPr>
          <p:cNvSpPr>
            <a:spLocks noGrp="1"/>
          </p:cNvSpPr>
          <p:nvPr>
            <p:ph type="body" sz="quarter" idx="21" hasCustomPrompt="1"/>
          </p:nvPr>
        </p:nvSpPr>
        <p:spPr>
          <a:xfrm>
            <a:off x="685800" y="3529584"/>
            <a:ext cx="1408176" cy="694944"/>
          </a:xfrm>
          <a:prstGeom prst="rect">
            <a:avLst/>
          </a:prstGeom>
        </p:spPr>
        <p:txBody>
          <a:bodyPr>
            <a:normAutofit/>
          </a:bodyPr>
          <a:lstStyle>
            <a:lvl1pPr marL="0" indent="0" algn="ctr">
              <a:lnSpc>
                <a:spcPct val="90000"/>
              </a:lnSpc>
              <a:spcBef>
                <a:spcPts val="0"/>
              </a:spcBef>
              <a:spcAft>
                <a:spcPts val="600"/>
              </a:spcAft>
              <a:buNone/>
              <a:defRPr sz="1400">
                <a:solidFill>
                  <a:srgbClr val="032044"/>
                </a:solidFill>
              </a:defRPr>
            </a:lvl1pPr>
          </a:lstStyle>
          <a:p>
            <a:pPr lvl="0"/>
            <a:r>
              <a:rPr lang="en-US" dirty="0"/>
              <a:t>Additional copy here to go along with the icon.</a:t>
            </a:r>
          </a:p>
        </p:txBody>
      </p:sp>
      <p:sp>
        <p:nvSpPr>
          <p:cNvPr id="17" name="Text Placeholder 15">
            <a:extLst>
              <a:ext uri="{FF2B5EF4-FFF2-40B4-BE49-F238E27FC236}">
                <a16:creationId xmlns:a16="http://schemas.microsoft.com/office/drawing/2014/main" id="{11A95F4F-2FBA-E4FD-7BD4-39665298729C}"/>
              </a:ext>
            </a:extLst>
          </p:cNvPr>
          <p:cNvSpPr>
            <a:spLocks noGrp="1"/>
          </p:cNvSpPr>
          <p:nvPr>
            <p:ph type="body" sz="quarter" idx="22" hasCustomPrompt="1"/>
          </p:nvPr>
        </p:nvSpPr>
        <p:spPr>
          <a:xfrm>
            <a:off x="2788920" y="3529584"/>
            <a:ext cx="1408176" cy="694944"/>
          </a:xfrm>
          <a:prstGeom prst="rect">
            <a:avLst/>
          </a:prstGeom>
        </p:spPr>
        <p:txBody>
          <a:bodyPr>
            <a:normAutofit/>
          </a:bodyPr>
          <a:lstStyle>
            <a:lvl1pPr marL="0" indent="0" algn="ctr">
              <a:lnSpc>
                <a:spcPct val="90000"/>
              </a:lnSpc>
              <a:spcBef>
                <a:spcPts val="0"/>
              </a:spcBef>
              <a:spcAft>
                <a:spcPts val="600"/>
              </a:spcAft>
              <a:buNone/>
              <a:defRPr sz="1400">
                <a:solidFill>
                  <a:srgbClr val="032044"/>
                </a:solidFill>
              </a:defRPr>
            </a:lvl1pPr>
          </a:lstStyle>
          <a:p>
            <a:pPr lvl="0"/>
            <a:r>
              <a:rPr lang="en-US" dirty="0"/>
              <a:t>Additional copy here to go along with the icon.</a:t>
            </a:r>
          </a:p>
        </p:txBody>
      </p:sp>
      <p:sp>
        <p:nvSpPr>
          <p:cNvPr id="18" name="Text Placeholder 15">
            <a:extLst>
              <a:ext uri="{FF2B5EF4-FFF2-40B4-BE49-F238E27FC236}">
                <a16:creationId xmlns:a16="http://schemas.microsoft.com/office/drawing/2014/main" id="{24BB302B-69F0-68BF-D6B0-4EAD49A9639F}"/>
              </a:ext>
            </a:extLst>
          </p:cNvPr>
          <p:cNvSpPr>
            <a:spLocks noGrp="1"/>
          </p:cNvSpPr>
          <p:nvPr>
            <p:ph type="body" sz="quarter" idx="23" hasCustomPrompt="1"/>
          </p:nvPr>
        </p:nvSpPr>
        <p:spPr>
          <a:xfrm>
            <a:off x="4956048" y="3529584"/>
            <a:ext cx="1408176" cy="694944"/>
          </a:xfrm>
          <a:prstGeom prst="rect">
            <a:avLst/>
          </a:prstGeom>
        </p:spPr>
        <p:txBody>
          <a:bodyPr>
            <a:normAutofit/>
          </a:bodyPr>
          <a:lstStyle>
            <a:lvl1pPr marL="0" indent="0" algn="ctr">
              <a:lnSpc>
                <a:spcPct val="90000"/>
              </a:lnSpc>
              <a:spcBef>
                <a:spcPts val="0"/>
              </a:spcBef>
              <a:spcAft>
                <a:spcPts val="600"/>
              </a:spcAft>
              <a:buNone/>
              <a:defRPr sz="1400">
                <a:solidFill>
                  <a:srgbClr val="032044"/>
                </a:solidFill>
              </a:defRPr>
            </a:lvl1pPr>
          </a:lstStyle>
          <a:p>
            <a:pPr lvl="0"/>
            <a:r>
              <a:rPr lang="en-US" dirty="0"/>
              <a:t>Additional copy here to go along with the icon.</a:t>
            </a:r>
          </a:p>
        </p:txBody>
      </p:sp>
      <p:sp>
        <p:nvSpPr>
          <p:cNvPr id="19" name="Text Placeholder 15">
            <a:extLst>
              <a:ext uri="{FF2B5EF4-FFF2-40B4-BE49-F238E27FC236}">
                <a16:creationId xmlns:a16="http://schemas.microsoft.com/office/drawing/2014/main" id="{995A36AC-E69A-8C97-7653-F6EDA10CC86F}"/>
              </a:ext>
            </a:extLst>
          </p:cNvPr>
          <p:cNvSpPr>
            <a:spLocks noGrp="1"/>
          </p:cNvSpPr>
          <p:nvPr>
            <p:ph type="body" sz="quarter" idx="24" hasCustomPrompt="1"/>
          </p:nvPr>
        </p:nvSpPr>
        <p:spPr>
          <a:xfrm>
            <a:off x="7040880" y="3529584"/>
            <a:ext cx="1408176" cy="694944"/>
          </a:xfrm>
          <a:prstGeom prst="rect">
            <a:avLst/>
          </a:prstGeom>
        </p:spPr>
        <p:txBody>
          <a:bodyPr>
            <a:normAutofit/>
          </a:bodyPr>
          <a:lstStyle>
            <a:lvl1pPr marL="0" indent="0" algn="ctr">
              <a:lnSpc>
                <a:spcPct val="90000"/>
              </a:lnSpc>
              <a:spcBef>
                <a:spcPts val="0"/>
              </a:spcBef>
              <a:spcAft>
                <a:spcPts val="600"/>
              </a:spcAft>
              <a:buNone/>
              <a:defRPr sz="1400">
                <a:solidFill>
                  <a:srgbClr val="032044"/>
                </a:solidFill>
              </a:defRPr>
            </a:lvl1pPr>
          </a:lstStyle>
          <a:p>
            <a:pPr lvl="0"/>
            <a:r>
              <a:rPr lang="en-US" dirty="0"/>
              <a:t>Additional copy here to go along with the icon.</a:t>
            </a:r>
          </a:p>
        </p:txBody>
      </p:sp>
      <p:pic>
        <p:nvPicPr>
          <p:cNvPr id="4" name="Picture 3">
            <a:extLst>
              <a:ext uri="{FF2B5EF4-FFF2-40B4-BE49-F238E27FC236}">
                <a16:creationId xmlns:a16="http://schemas.microsoft.com/office/drawing/2014/main" id="{7B7F3233-0270-CDA5-BE9F-2DA63319D2A7}"/>
              </a:ext>
            </a:extLst>
          </p:cNvPr>
          <p:cNvPicPr>
            <a:picLocks noChangeAspect="1"/>
          </p:cNvPicPr>
          <p:nvPr userDrawn="1"/>
        </p:nvPicPr>
        <p:blipFill>
          <a:blip r:embed="rId3"/>
          <a:srcRect/>
          <a:stretch/>
        </p:blipFill>
        <p:spPr>
          <a:xfrm>
            <a:off x="7348791" y="4601406"/>
            <a:ext cx="1650074" cy="511928"/>
          </a:xfrm>
          <a:prstGeom prst="rect">
            <a:avLst/>
          </a:prstGeom>
        </p:spPr>
      </p:pic>
    </p:spTree>
    <p:extLst>
      <p:ext uri="{BB962C8B-B14F-4D97-AF65-F5344CB8AC3E}">
        <p14:creationId xmlns:p14="http://schemas.microsoft.com/office/powerpoint/2010/main" val="423766627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ing, Subheading, Icons 3">
    <p:bg>
      <p:bgPr>
        <a:solidFill>
          <a:srgbClr val="F8F4F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5794C66-3DE6-B834-55A7-09CEE0EEE411}"/>
              </a:ext>
            </a:extLst>
          </p:cNvPr>
          <p:cNvPicPr>
            <a:picLocks noChangeAspect="1"/>
          </p:cNvPicPr>
          <p:nvPr userDrawn="1"/>
        </p:nvPicPr>
        <p:blipFill>
          <a:blip r:embed="rId2" cstate="screen">
            <a:alphaModFix amt="23000"/>
            <a:extLst>
              <a:ext uri="{28A0092B-C50C-407E-A947-70E740481C1C}">
                <a14:useLocalDpi xmlns:a14="http://schemas.microsoft.com/office/drawing/2010/main"/>
              </a:ext>
            </a:extLst>
          </a:blip>
          <a:srcRect/>
          <a:stretch/>
        </p:blipFill>
        <p:spPr>
          <a:xfrm>
            <a:off x="0" y="0"/>
            <a:ext cx="5764696" cy="5212080"/>
          </a:xfrm>
          <a:prstGeom prst="rect">
            <a:avLst/>
          </a:prstGeom>
        </p:spPr>
      </p:pic>
      <p:sp>
        <p:nvSpPr>
          <p:cNvPr id="5" name="AutoShape 5">
            <a:extLst>
              <a:ext uri="{FF2B5EF4-FFF2-40B4-BE49-F238E27FC236}">
                <a16:creationId xmlns:a16="http://schemas.microsoft.com/office/drawing/2014/main" id="{6F9CAA04-7956-17F9-C6FE-96B4B6A85623}"/>
              </a:ext>
            </a:extLst>
          </p:cNvPr>
          <p:cNvSpPr/>
          <p:nvPr userDrawn="1"/>
        </p:nvSpPr>
        <p:spPr>
          <a:xfrm flipV="1">
            <a:off x="689772" y="892172"/>
            <a:ext cx="4031857" cy="0"/>
          </a:xfrm>
          <a:prstGeom prst="line">
            <a:avLst/>
          </a:prstGeom>
          <a:ln w="25400" cap="flat">
            <a:solidFill>
              <a:srgbClr val="032044"/>
            </a:solidFill>
            <a:prstDash val="solid"/>
            <a:headEnd type="none" w="sm" len="sm"/>
            <a:tailEnd type="none" w="sm" len="sm"/>
          </a:ln>
        </p:spPr>
        <p:txBody>
          <a:bodyPr/>
          <a:lstStyle/>
          <a:p>
            <a:endParaRPr lang="en-US" sz="1013">
              <a:solidFill>
                <a:schemeClr val="tx2"/>
              </a:solidFill>
            </a:endParaRPr>
          </a:p>
        </p:txBody>
      </p:sp>
      <p:cxnSp>
        <p:nvCxnSpPr>
          <p:cNvPr id="6" name="Straight Connector 5">
            <a:extLst>
              <a:ext uri="{FF2B5EF4-FFF2-40B4-BE49-F238E27FC236}">
                <a16:creationId xmlns:a16="http://schemas.microsoft.com/office/drawing/2014/main" id="{FD606EF9-7DC9-9D81-CB7E-2FAEA420B661}"/>
              </a:ext>
            </a:extLst>
          </p:cNvPr>
          <p:cNvCxnSpPr>
            <a:cxnSpLocks/>
          </p:cNvCxnSpPr>
          <p:nvPr userDrawn="1"/>
        </p:nvCxnSpPr>
        <p:spPr>
          <a:xfrm>
            <a:off x="2030248" y="3447545"/>
            <a:ext cx="910811" cy="0"/>
          </a:xfrm>
          <a:prstGeom prst="line">
            <a:avLst/>
          </a:prstGeom>
          <a:ln w="25400">
            <a:solidFill>
              <a:srgbClr val="032044"/>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B2F05A2-4083-34D7-C62C-F17625025229}"/>
              </a:ext>
            </a:extLst>
          </p:cNvPr>
          <p:cNvCxnSpPr>
            <a:cxnSpLocks/>
          </p:cNvCxnSpPr>
          <p:nvPr userDrawn="1"/>
        </p:nvCxnSpPr>
        <p:spPr>
          <a:xfrm>
            <a:off x="4133368" y="3447545"/>
            <a:ext cx="910811" cy="0"/>
          </a:xfrm>
          <a:prstGeom prst="line">
            <a:avLst/>
          </a:prstGeom>
          <a:ln w="25400">
            <a:solidFill>
              <a:srgbClr val="032044"/>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2EBB23E-E5FF-6AB3-A34F-277A091F20F8}"/>
              </a:ext>
            </a:extLst>
          </p:cNvPr>
          <p:cNvCxnSpPr>
            <a:cxnSpLocks/>
          </p:cNvCxnSpPr>
          <p:nvPr userDrawn="1"/>
        </p:nvCxnSpPr>
        <p:spPr>
          <a:xfrm>
            <a:off x="6300496" y="3447545"/>
            <a:ext cx="910811" cy="0"/>
          </a:xfrm>
          <a:prstGeom prst="line">
            <a:avLst/>
          </a:prstGeom>
          <a:ln w="25400">
            <a:solidFill>
              <a:srgbClr val="032044"/>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993BBB5C-E1D1-89D6-8A47-77F6CA0C3F63}"/>
              </a:ext>
            </a:extLst>
          </p:cNvPr>
          <p:cNvSpPr>
            <a:spLocks noGrp="1"/>
          </p:cNvSpPr>
          <p:nvPr>
            <p:ph type="title" hasCustomPrompt="1"/>
          </p:nvPr>
        </p:nvSpPr>
        <p:spPr>
          <a:xfrm>
            <a:off x="585216" y="420624"/>
            <a:ext cx="7886700" cy="429768"/>
          </a:xfrm>
          <a:prstGeom prst="rect">
            <a:avLst/>
          </a:prstGeom>
        </p:spPr>
        <p:txBody>
          <a:bodyPr anchor="b" anchorCtr="0">
            <a:spAutoFit/>
          </a:bodyPr>
          <a:lstStyle>
            <a:lvl1pPr>
              <a:defRPr sz="2400" b="1">
                <a:solidFill>
                  <a:srgbClr val="032044"/>
                </a:solidFill>
                <a:latin typeface="Aptos" panose="020B0004020202020204" pitchFamily="34" charset="0"/>
              </a:defRPr>
            </a:lvl1pPr>
          </a:lstStyle>
          <a:p>
            <a:r>
              <a:rPr lang="en-US" dirty="0"/>
              <a:t>This is a heading</a:t>
            </a:r>
          </a:p>
        </p:txBody>
      </p:sp>
      <p:sp>
        <p:nvSpPr>
          <p:cNvPr id="40" name="Text Placeholder 27">
            <a:extLst>
              <a:ext uri="{FF2B5EF4-FFF2-40B4-BE49-F238E27FC236}">
                <a16:creationId xmlns:a16="http://schemas.microsoft.com/office/drawing/2014/main" id="{B77720E0-A81B-EB5B-0190-24A04CE5CF20}"/>
              </a:ext>
            </a:extLst>
          </p:cNvPr>
          <p:cNvSpPr>
            <a:spLocks noGrp="1"/>
          </p:cNvSpPr>
          <p:nvPr>
            <p:ph type="body" sz="quarter" idx="10" hasCustomPrompt="1"/>
          </p:nvPr>
        </p:nvSpPr>
        <p:spPr>
          <a:xfrm>
            <a:off x="585216" y="1119632"/>
            <a:ext cx="5312664" cy="365760"/>
          </a:xfrm>
          <a:prstGeom prst="rect">
            <a:avLst/>
          </a:prstGeom>
        </p:spPr>
        <p:txBody>
          <a:bodyPr/>
          <a:lstStyle>
            <a:lvl1pPr>
              <a:buNone/>
              <a:defRPr sz="1800" b="1" cap="all" baseline="0">
                <a:solidFill>
                  <a:srgbClr val="C23D0C"/>
                </a:solidFill>
              </a:defRPr>
            </a:lvl1pPr>
          </a:lstStyle>
          <a:p>
            <a:pPr lvl="0"/>
            <a:r>
              <a:rPr lang="en-US" dirty="0"/>
              <a:t>Subheading here</a:t>
            </a:r>
          </a:p>
        </p:txBody>
      </p:sp>
      <p:sp>
        <p:nvSpPr>
          <p:cNvPr id="41" name="Text Placeholder 17">
            <a:extLst>
              <a:ext uri="{FF2B5EF4-FFF2-40B4-BE49-F238E27FC236}">
                <a16:creationId xmlns:a16="http://schemas.microsoft.com/office/drawing/2014/main" id="{5182B5E4-7D61-1F41-FD24-6960247B9DD6}"/>
              </a:ext>
            </a:extLst>
          </p:cNvPr>
          <p:cNvSpPr>
            <a:spLocks noGrp="1"/>
          </p:cNvSpPr>
          <p:nvPr>
            <p:ph type="body" sz="quarter" idx="12" hasCustomPrompt="1"/>
          </p:nvPr>
        </p:nvSpPr>
        <p:spPr>
          <a:xfrm>
            <a:off x="585216" y="1595689"/>
            <a:ext cx="4197096" cy="315407"/>
          </a:xfrm>
          <a:prstGeom prst="rect">
            <a:avLst/>
          </a:prstGeom>
        </p:spPr>
        <p:txBody>
          <a:bodyPr anchor="b" anchorCtr="0">
            <a:spAutoFit/>
          </a:bodyPr>
          <a:lstStyle>
            <a:lvl1pPr>
              <a:buNone/>
              <a:defRPr sz="1600">
                <a:solidFill>
                  <a:srgbClr val="032044"/>
                </a:solidFill>
              </a:defRPr>
            </a:lvl1pPr>
          </a:lstStyle>
          <a:p>
            <a:pPr lvl="0"/>
            <a:r>
              <a:rPr lang="en-US" dirty="0"/>
              <a:t>A write-up follows the heading.</a:t>
            </a:r>
          </a:p>
        </p:txBody>
      </p:sp>
      <p:sp>
        <p:nvSpPr>
          <p:cNvPr id="47" name="Picture Placeholder 46">
            <a:extLst>
              <a:ext uri="{FF2B5EF4-FFF2-40B4-BE49-F238E27FC236}">
                <a16:creationId xmlns:a16="http://schemas.microsoft.com/office/drawing/2014/main" id="{5E3EDEDE-13F8-CD32-41EE-703A23947136}"/>
              </a:ext>
            </a:extLst>
          </p:cNvPr>
          <p:cNvSpPr>
            <a:spLocks noGrp="1"/>
          </p:cNvSpPr>
          <p:nvPr>
            <p:ph type="pic" sz="quarter" idx="13"/>
          </p:nvPr>
        </p:nvSpPr>
        <p:spPr>
          <a:xfrm>
            <a:off x="2115321" y="2139696"/>
            <a:ext cx="740664" cy="740664"/>
          </a:xfrm>
          <a:prstGeom prst="rect">
            <a:avLst/>
          </a:prstGeom>
        </p:spPr>
        <p:txBody>
          <a:bodyPr/>
          <a:lstStyle/>
          <a:p>
            <a:endParaRPr lang="en-US"/>
          </a:p>
        </p:txBody>
      </p:sp>
      <p:sp>
        <p:nvSpPr>
          <p:cNvPr id="11" name="Text Placeholder 10">
            <a:extLst>
              <a:ext uri="{FF2B5EF4-FFF2-40B4-BE49-F238E27FC236}">
                <a16:creationId xmlns:a16="http://schemas.microsoft.com/office/drawing/2014/main" id="{1A296843-17B8-A4A7-29BC-72D8153ECFD0}"/>
              </a:ext>
            </a:extLst>
          </p:cNvPr>
          <p:cNvSpPr>
            <a:spLocks noGrp="1"/>
          </p:cNvSpPr>
          <p:nvPr>
            <p:ph type="body" sz="quarter" idx="17" hasCustomPrompt="1"/>
          </p:nvPr>
        </p:nvSpPr>
        <p:spPr>
          <a:xfrm>
            <a:off x="1909581" y="3108960"/>
            <a:ext cx="1152144" cy="283464"/>
          </a:xfrm>
          <a:prstGeom prst="rect">
            <a:avLst/>
          </a:prstGeom>
        </p:spPr>
        <p:txBody>
          <a:bodyPr>
            <a:normAutofit/>
          </a:bodyPr>
          <a:lstStyle>
            <a:lvl1pPr algn="ctr">
              <a:buNone/>
              <a:defRPr sz="1400" b="1">
                <a:solidFill>
                  <a:schemeClr val="accent1">
                    <a:lumMod val="75000"/>
                  </a:schemeClr>
                </a:solidFill>
                <a:latin typeface="Aptos" panose="020B0004020202020204" pitchFamily="34" charset="0"/>
              </a:defRPr>
            </a:lvl1pPr>
          </a:lstStyle>
          <a:p>
            <a:pPr lvl="0"/>
            <a:r>
              <a:rPr lang="en-US" dirty="0"/>
              <a:t>Icon Title</a:t>
            </a:r>
          </a:p>
        </p:txBody>
      </p:sp>
      <p:sp>
        <p:nvSpPr>
          <p:cNvPr id="16" name="Text Placeholder 15">
            <a:extLst>
              <a:ext uri="{FF2B5EF4-FFF2-40B4-BE49-F238E27FC236}">
                <a16:creationId xmlns:a16="http://schemas.microsoft.com/office/drawing/2014/main" id="{B018AFB4-3595-8741-5C57-7B80CB4E21C9}"/>
              </a:ext>
            </a:extLst>
          </p:cNvPr>
          <p:cNvSpPr>
            <a:spLocks noGrp="1"/>
          </p:cNvSpPr>
          <p:nvPr>
            <p:ph type="body" sz="quarter" idx="21" hasCustomPrompt="1"/>
          </p:nvPr>
        </p:nvSpPr>
        <p:spPr>
          <a:xfrm>
            <a:off x="1781565" y="3529584"/>
            <a:ext cx="1408176" cy="694944"/>
          </a:xfrm>
          <a:prstGeom prst="rect">
            <a:avLst/>
          </a:prstGeom>
        </p:spPr>
        <p:txBody>
          <a:bodyPr>
            <a:normAutofit/>
          </a:bodyPr>
          <a:lstStyle>
            <a:lvl1pPr marL="0" indent="0" algn="ctr">
              <a:lnSpc>
                <a:spcPct val="90000"/>
              </a:lnSpc>
              <a:spcBef>
                <a:spcPts val="0"/>
              </a:spcBef>
              <a:spcAft>
                <a:spcPts val="600"/>
              </a:spcAft>
              <a:buNone/>
              <a:defRPr sz="1400">
                <a:solidFill>
                  <a:srgbClr val="032044"/>
                </a:solidFill>
              </a:defRPr>
            </a:lvl1pPr>
          </a:lstStyle>
          <a:p>
            <a:pPr lvl="0"/>
            <a:r>
              <a:rPr lang="en-US" dirty="0"/>
              <a:t>Additional copy here to go along with the icon.</a:t>
            </a:r>
          </a:p>
        </p:txBody>
      </p:sp>
      <p:sp>
        <p:nvSpPr>
          <p:cNvPr id="49" name="Picture Placeholder 46">
            <a:extLst>
              <a:ext uri="{FF2B5EF4-FFF2-40B4-BE49-F238E27FC236}">
                <a16:creationId xmlns:a16="http://schemas.microsoft.com/office/drawing/2014/main" id="{C8D69C82-A8E9-69B7-9E9A-7818218A0567}"/>
              </a:ext>
            </a:extLst>
          </p:cNvPr>
          <p:cNvSpPr>
            <a:spLocks noGrp="1"/>
          </p:cNvSpPr>
          <p:nvPr>
            <p:ph type="pic" sz="quarter" idx="14"/>
          </p:nvPr>
        </p:nvSpPr>
        <p:spPr>
          <a:xfrm>
            <a:off x="4218441" y="2139510"/>
            <a:ext cx="740664" cy="740664"/>
          </a:xfrm>
          <a:prstGeom prst="rect">
            <a:avLst/>
          </a:prstGeom>
        </p:spPr>
        <p:txBody>
          <a:bodyPr/>
          <a:lstStyle/>
          <a:p>
            <a:endParaRPr lang="en-US"/>
          </a:p>
        </p:txBody>
      </p:sp>
      <p:sp>
        <p:nvSpPr>
          <p:cNvPr id="12" name="Text Placeholder 10">
            <a:extLst>
              <a:ext uri="{FF2B5EF4-FFF2-40B4-BE49-F238E27FC236}">
                <a16:creationId xmlns:a16="http://schemas.microsoft.com/office/drawing/2014/main" id="{C3BB6733-1960-433C-E0CF-98008B0A2CAD}"/>
              </a:ext>
            </a:extLst>
          </p:cNvPr>
          <p:cNvSpPr>
            <a:spLocks noGrp="1"/>
          </p:cNvSpPr>
          <p:nvPr>
            <p:ph type="body" sz="quarter" idx="18" hasCustomPrompt="1"/>
          </p:nvPr>
        </p:nvSpPr>
        <p:spPr>
          <a:xfrm>
            <a:off x="4012701" y="3108960"/>
            <a:ext cx="1152144" cy="283464"/>
          </a:xfrm>
          <a:prstGeom prst="rect">
            <a:avLst/>
          </a:prstGeom>
        </p:spPr>
        <p:txBody>
          <a:bodyPr>
            <a:normAutofit/>
          </a:bodyPr>
          <a:lstStyle>
            <a:lvl1pPr algn="ctr">
              <a:buNone/>
              <a:defRPr sz="1400" b="1">
                <a:solidFill>
                  <a:schemeClr val="accent1">
                    <a:lumMod val="75000"/>
                  </a:schemeClr>
                </a:solidFill>
                <a:latin typeface="Aptos" panose="020B0004020202020204" pitchFamily="34" charset="0"/>
              </a:defRPr>
            </a:lvl1pPr>
          </a:lstStyle>
          <a:p>
            <a:pPr lvl="0"/>
            <a:r>
              <a:rPr lang="en-US" dirty="0"/>
              <a:t>Icon Title</a:t>
            </a:r>
          </a:p>
        </p:txBody>
      </p:sp>
      <p:sp>
        <p:nvSpPr>
          <p:cNvPr id="17" name="Text Placeholder 15">
            <a:extLst>
              <a:ext uri="{FF2B5EF4-FFF2-40B4-BE49-F238E27FC236}">
                <a16:creationId xmlns:a16="http://schemas.microsoft.com/office/drawing/2014/main" id="{11A95F4F-2FBA-E4FD-7BD4-39665298729C}"/>
              </a:ext>
            </a:extLst>
          </p:cNvPr>
          <p:cNvSpPr>
            <a:spLocks noGrp="1"/>
          </p:cNvSpPr>
          <p:nvPr>
            <p:ph type="body" sz="quarter" idx="22" hasCustomPrompt="1"/>
          </p:nvPr>
        </p:nvSpPr>
        <p:spPr>
          <a:xfrm>
            <a:off x="3884685" y="3529584"/>
            <a:ext cx="1408176" cy="694944"/>
          </a:xfrm>
          <a:prstGeom prst="rect">
            <a:avLst/>
          </a:prstGeom>
        </p:spPr>
        <p:txBody>
          <a:bodyPr>
            <a:normAutofit/>
          </a:bodyPr>
          <a:lstStyle>
            <a:lvl1pPr marL="0" indent="0" algn="ctr">
              <a:lnSpc>
                <a:spcPct val="90000"/>
              </a:lnSpc>
              <a:spcBef>
                <a:spcPts val="0"/>
              </a:spcBef>
              <a:spcAft>
                <a:spcPts val="600"/>
              </a:spcAft>
              <a:buNone/>
              <a:defRPr sz="1400">
                <a:solidFill>
                  <a:srgbClr val="032044"/>
                </a:solidFill>
              </a:defRPr>
            </a:lvl1pPr>
          </a:lstStyle>
          <a:p>
            <a:pPr lvl="0"/>
            <a:r>
              <a:rPr lang="en-US" dirty="0"/>
              <a:t>Additional copy here to go along with the icon.</a:t>
            </a:r>
          </a:p>
        </p:txBody>
      </p:sp>
      <p:sp>
        <p:nvSpPr>
          <p:cNvPr id="50" name="Picture Placeholder 46">
            <a:extLst>
              <a:ext uri="{FF2B5EF4-FFF2-40B4-BE49-F238E27FC236}">
                <a16:creationId xmlns:a16="http://schemas.microsoft.com/office/drawing/2014/main" id="{C4D0C734-AA57-B913-4482-1B989768ACB2}"/>
              </a:ext>
            </a:extLst>
          </p:cNvPr>
          <p:cNvSpPr>
            <a:spLocks noGrp="1"/>
          </p:cNvSpPr>
          <p:nvPr>
            <p:ph type="pic" sz="quarter" idx="15"/>
          </p:nvPr>
        </p:nvSpPr>
        <p:spPr>
          <a:xfrm>
            <a:off x="6385569" y="2136033"/>
            <a:ext cx="740664" cy="740664"/>
          </a:xfrm>
          <a:prstGeom prst="rect">
            <a:avLst/>
          </a:prstGeom>
        </p:spPr>
        <p:txBody>
          <a:bodyPr/>
          <a:lstStyle/>
          <a:p>
            <a:endParaRPr lang="en-US"/>
          </a:p>
        </p:txBody>
      </p:sp>
      <p:sp>
        <p:nvSpPr>
          <p:cNvPr id="13" name="Text Placeholder 10">
            <a:extLst>
              <a:ext uri="{FF2B5EF4-FFF2-40B4-BE49-F238E27FC236}">
                <a16:creationId xmlns:a16="http://schemas.microsoft.com/office/drawing/2014/main" id="{BB414164-866A-514C-6F51-BC2E2EF1F740}"/>
              </a:ext>
            </a:extLst>
          </p:cNvPr>
          <p:cNvSpPr>
            <a:spLocks noGrp="1"/>
          </p:cNvSpPr>
          <p:nvPr>
            <p:ph type="body" sz="quarter" idx="19" hasCustomPrompt="1"/>
          </p:nvPr>
        </p:nvSpPr>
        <p:spPr>
          <a:xfrm>
            <a:off x="6179829" y="3108960"/>
            <a:ext cx="1152144" cy="283464"/>
          </a:xfrm>
          <a:prstGeom prst="rect">
            <a:avLst/>
          </a:prstGeom>
        </p:spPr>
        <p:txBody>
          <a:bodyPr>
            <a:normAutofit/>
          </a:bodyPr>
          <a:lstStyle>
            <a:lvl1pPr algn="ctr">
              <a:buNone/>
              <a:defRPr sz="1400" b="1">
                <a:solidFill>
                  <a:schemeClr val="accent1">
                    <a:lumMod val="75000"/>
                  </a:schemeClr>
                </a:solidFill>
                <a:latin typeface="Aptos" panose="020B0004020202020204" pitchFamily="34" charset="0"/>
              </a:defRPr>
            </a:lvl1pPr>
          </a:lstStyle>
          <a:p>
            <a:pPr lvl="0"/>
            <a:r>
              <a:rPr lang="en-US" dirty="0"/>
              <a:t>Icon Title</a:t>
            </a:r>
          </a:p>
        </p:txBody>
      </p:sp>
      <p:sp>
        <p:nvSpPr>
          <p:cNvPr id="18" name="Text Placeholder 15">
            <a:extLst>
              <a:ext uri="{FF2B5EF4-FFF2-40B4-BE49-F238E27FC236}">
                <a16:creationId xmlns:a16="http://schemas.microsoft.com/office/drawing/2014/main" id="{24BB302B-69F0-68BF-D6B0-4EAD49A9639F}"/>
              </a:ext>
            </a:extLst>
          </p:cNvPr>
          <p:cNvSpPr>
            <a:spLocks noGrp="1"/>
          </p:cNvSpPr>
          <p:nvPr>
            <p:ph type="body" sz="quarter" idx="23" hasCustomPrompt="1"/>
          </p:nvPr>
        </p:nvSpPr>
        <p:spPr>
          <a:xfrm>
            <a:off x="6051813" y="3529584"/>
            <a:ext cx="1408176" cy="694944"/>
          </a:xfrm>
          <a:prstGeom prst="rect">
            <a:avLst/>
          </a:prstGeom>
        </p:spPr>
        <p:txBody>
          <a:bodyPr>
            <a:normAutofit/>
          </a:bodyPr>
          <a:lstStyle>
            <a:lvl1pPr marL="0" indent="0" algn="ctr">
              <a:lnSpc>
                <a:spcPct val="90000"/>
              </a:lnSpc>
              <a:spcBef>
                <a:spcPts val="0"/>
              </a:spcBef>
              <a:spcAft>
                <a:spcPts val="600"/>
              </a:spcAft>
              <a:buNone/>
              <a:defRPr sz="1400">
                <a:solidFill>
                  <a:srgbClr val="032044"/>
                </a:solidFill>
              </a:defRPr>
            </a:lvl1pPr>
          </a:lstStyle>
          <a:p>
            <a:pPr lvl="0"/>
            <a:r>
              <a:rPr lang="en-US" dirty="0"/>
              <a:t>Additional copy here to go along with the icon.</a:t>
            </a:r>
          </a:p>
        </p:txBody>
      </p:sp>
      <p:pic>
        <p:nvPicPr>
          <p:cNvPr id="4" name="Picture 3">
            <a:extLst>
              <a:ext uri="{FF2B5EF4-FFF2-40B4-BE49-F238E27FC236}">
                <a16:creationId xmlns:a16="http://schemas.microsoft.com/office/drawing/2014/main" id="{C5D3AFCB-C781-2F36-97DC-F29B94CD8F80}"/>
              </a:ext>
            </a:extLst>
          </p:cNvPr>
          <p:cNvPicPr>
            <a:picLocks noChangeAspect="1"/>
          </p:cNvPicPr>
          <p:nvPr userDrawn="1"/>
        </p:nvPicPr>
        <p:blipFill>
          <a:blip r:embed="rId3"/>
          <a:srcRect/>
          <a:stretch/>
        </p:blipFill>
        <p:spPr>
          <a:xfrm>
            <a:off x="7348791" y="4602597"/>
            <a:ext cx="1650074" cy="509546"/>
          </a:xfrm>
          <a:prstGeom prst="rect">
            <a:avLst/>
          </a:prstGeom>
        </p:spPr>
      </p:pic>
    </p:spTree>
    <p:extLst>
      <p:ext uri="{BB962C8B-B14F-4D97-AF65-F5344CB8AC3E}">
        <p14:creationId xmlns:p14="http://schemas.microsoft.com/office/powerpoint/2010/main" val="34154613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ing, Subheading, Chart 1">
    <p:bg>
      <p:bgPr>
        <a:solidFill>
          <a:srgbClr val="032044"/>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BF575E1-2C53-5D7A-809B-162E758EF3A6}"/>
              </a:ext>
            </a:extLst>
          </p:cNvPr>
          <p:cNvPicPr>
            <a:picLocks noChangeAspect="1"/>
          </p:cNvPicPr>
          <p:nvPr userDrawn="1"/>
        </p:nvPicPr>
        <p:blipFill>
          <a:blip r:embed="rId2" cstate="screen">
            <a:alphaModFix amt="7000"/>
            <a:extLst>
              <a:ext uri="{28A0092B-C50C-407E-A947-70E740481C1C}">
                <a14:useLocalDpi xmlns:a14="http://schemas.microsoft.com/office/drawing/2010/main"/>
              </a:ext>
            </a:extLst>
          </a:blip>
          <a:srcRect/>
          <a:stretch/>
        </p:blipFill>
        <p:spPr>
          <a:xfrm>
            <a:off x="0" y="0"/>
            <a:ext cx="5764696" cy="5212080"/>
          </a:xfrm>
          <a:prstGeom prst="rect">
            <a:avLst/>
          </a:prstGeom>
        </p:spPr>
      </p:pic>
      <p:sp>
        <p:nvSpPr>
          <p:cNvPr id="5" name="AutoShape 5">
            <a:extLst>
              <a:ext uri="{FF2B5EF4-FFF2-40B4-BE49-F238E27FC236}">
                <a16:creationId xmlns:a16="http://schemas.microsoft.com/office/drawing/2014/main" id="{6F9CAA04-7956-17F9-C6FE-96B4B6A85623}"/>
              </a:ext>
            </a:extLst>
          </p:cNvPr>
          <p:cNvSpPr/>
          <p:nvPr userDrawn="1"/>
        </p:nvSpPr>
        <p:spPr>
          <a:xfrm flipV="1">
            <a:off x="689772" y="892172"/>
            <a:ext cx="4031857" cy="0"/>
          </a:xfrm>
          <a:prstGeom prst="line">
            <a:avLst/>
          </a:prstGeom>
          <a:ln w="25400" cap="flat">
            <a:solidFill>
              <a:srgbClr val="F8F4F1"/>
            </a:solidFill>
            <a:prstDash val="solid"/>
            <a:headEnd type="none" w="sm" len="sm"/>
            <a:tailEnd type="none" w="sm" len="sm"/>
          </a:ln>
        </p:spPr>
        <p:txBody>
          <a:bodyPr/>
          <a:lstStyle/>
          <a:p>
            <a:endParaRPr lang="en-US" sz="1013">
              <a:solidFill>
                <a:schemeClr val="tx2"/>
              </a:solidFill>
            </a:endParaRPr>
          </a:p>
        </p:txBody>
      </p:sp>
      <p:sp>
        <p:nvSpPr>
          <p:cNvPr id="19" name="Title 18">
            <a:extLst>
              <a:ext uri="{FF2B5EF4-FFF2-40B4-BE49-F238E27FC236}">
                <a16:creationId xmlns:a16="http://schemas.microsoft.com/office/drawing/2014/main" id="{7B2F6F14-16CD-BBA5-21A4-5429A8E803ED}"/>
              </a:ext>
            </a:extLst>
          </p:cNvPr>
          <p:cNvSpPr>
            <a:spLocks noGrp="1"/>
          </p:cNvSpPr>
          <p:nvPr>
            <p:ph type="title" hasCustomPrompt="1"/>
          </p:nvPr>
        </p:nvSpPr>
        <p:spPr>
          <a:xfrm>
            <a:off x="585216" y="429768"/>
            <a:ext cx="6867144" cy="429768"/>
          </a:xfrm>
          <a:prstGeom prst="rect">
            <a:avLst/>
          </a:prstGeom>
        </p:spPr>
        <p:txBody>
          <a:bodyPr anchor="b" anchorCtr="0">
            <a:spAutoFit/>
          </a:bodyPr>
          <a:lstStyle>
            <a:lvl1pPr>
              <a:defRPr sz="2400" b="1">
                <a:solidFill>
                  <a:srgbClr val="F8F4F1"/>
                </a:solidFill>
                <a:latin typeface="Aptos" panose="020B0004020202020204" pitchFamily="34" charset="0"/>
              </a:defRPr>
            </a:lvl1pPr>
          </a:lstStyle>
          <a:p>
            <a:r>
              <a:rPr lang="en-US" dirty="0"/>
              <a:t>This is a heading</a:t>
            </a:r>
          </a:p>
        </p:txBody>
      </p:sp>
      <p:sp>
        <p:nvSpPr>
          <p:cNvPr id="20" name="Text Placeholder 27">
            <a:extLst>
              <a:ext uri="{FF2B5EF4-FFF2-40B4-BE49-F238E27FC236}">
                <a16:creationId xmlns:a16="http://schemas.microsoft.com/office/drawing/2014/main" id="{7BDC662D-9C8B-864F-8561-A2DF11764D78}"/>
              </a:ext>
            </a:extLst>
          </p:cNvPr>
          <p:cNvSpPr>
            <a:spLocks noGrp="1"/>
          </p:cNvSpPr>
          <p:nvPr>
            <p:ph type="body" sz="quarter" idx="10" hasCustomPrompt="1"/>
          </p:nvPr>
        </p:nvSpPr>
        <p:spPr>
          <a:xfrm>
            <a:off x="585216" y="1119632"/>
            <a:ext cx="5312664" cy="365760"/>
          </a:xfrm>
          <a:prstGeom prst="rect">
            <a:avLst/>
          </a:prstGeom>
        </p:spPr>
        <p:txBody>
          <a:bodyPr/>
          <a:lstStyle>
            <a:lvl1pPr>
              <a:buNone/>
              <a:defRPr sz="1800" b="1" cap="all" baseline="0">
                <a:solidFill>
                  <a:srgbClr val="F15922"/>
                </a:solidFill>
              </a:defRPr>
            </a:lvl1pPr>
          </a:lstStyle>
          <a:p>
            <a:pPr lvl="0"/>
            <a:r>
              <a:rPr lang="en-US" dirty="0"/>
              <a:t>Subheading here</a:t>
            </a:r>
          </a:p>
        </p:txBody>
      </p:sp>
      <p:sp>
        <p:nvSpPr>
          <p:cNvPr id="24" name="Text Placeholder 23">
            <a:extLst>
              <a:ext uri="{FF2B5EF4-FFF2-40B4-BE49-F238E27FC236}">
                <a16:creationId xmlns:a16="http://schemas.microsoft.com/office/drawing/2014/main" id="{8A75F991-4F22-C3B2-F3BE-45BA997A1F24}"/>
              </a:ext>
            </a:extLst>
          </p:cNvPr>
          <p:cNvSpPr>
            <a:spLocks noGrp="1"/>
          </p:cNvSpPr>
          <p:nvPr>
            <p:ph type="body" sz="quarter" idx="12" hasCustomPrompt="1"/>
          </p:nvPr>
        </p:nvSpPr>
        <p:spPr>
          <a:xfrm>
            <a:off x="585216" y="1545336"/>
            <a:ext cx="4197096" cy="2157984"/>
          </a:xfrm>
          <a:prstGeom prst="rect">
            <a:avLst/>
          </a:prstGeom>
        </p:spPr>
        <p:txBody>
          <a:bodyPr>
            <a:spAutoFit/>
          </a:bodyPr>
          <a:lstStyle>
            <a:lvl1pPr marL="0" indent="0">
              <a:lnSpc>
                <a:spcPct val="114000"/>
              </a:lnSpc>
              <a:spcBef>
                <a:spcPts val="0"/>
              </a:spcBef>
              <a:spcAft>
                <a:spcPts val="1000"/>
              </a:spcAft>
              <a:buNone/>
              <a:defRPr sz="1600">
                <a:solidFill>
                  <a:srgbClr val="F8F4F1"/>
                </a:solidFill>
              </a:defRPr>
            </a:lvl1pPr>
            <a:lvl2pPr marL="292608">
              <a:lnSpc>
                <a:spcPct val="114000"/>
              </a:lnSpc>
              <a:spcBef>
                <a:spcPts val="0"/>
              </a:spcBef>
              <a:spcAft>
                <a:spcPts val="1000"/>
              </a:spcAft>
              <a:defRPr sz="1600">
                <a:solidFill>
                  <a:srgbClr val="F8F4F1"/>
                </a:solidFill>
              </a:defRPr>
            </a:lvl2pPr>
          </a:lstStyle>
          <a:p>
            <a:pPr lvl="0"/>
            <a:r>
              <a:rPr lang="en-US" dirty="0"/>
              <a:t>A write-up follows the heading. Keep the most important information on the slide. Toss the rest in the speaker notes.</a:t>
            </a:r>
          </a:p>
          <a:p>
            <a:pPr lvl="1"/>
            <a:r>
              <a:rPr lang="en-US" dirty="0"/>
              <a:t>Bullet</a:t>
            </a:r>
          </a:p>
          <a:p>
            <a:pPr lvl="1"/>
            <a:r>
              <a:rPr lang="en-US" dirty="0"/>
              <a:t>Bullet</a:t>
            </a:r>
          </a:p>
          <a:p>
            <a:pPr lvl="1"/>
            <a:r>
              <a:rPr lang="en-US" dirty="0"/>
              <a:t>Bullet</a:t>
            </a:r>
          </a:p>
        </p:txBody>
      </p:sp>
      <p:sp>
        <p:nvSpPr>
          <p:cNvPr id="6" name="Chart Placeholder 5">
            <a:extLst>
              <a:ext uri="{FF2B5EF4-FFF2-40B4-BE49-F238E27FC236}">
                <a16:creationId xmlns:a16="http://schemas.microsoft.com/office/drawing/2014/main" id="{5C62F31B-133A-91F5-5FE7-5CA7ECB109E2}"/>
              </a:ext>
            </a:extLst>
          </p:cNvPr>
          <p:cNvSpPr>
            <a:spLocks noGrp="1"/>
          </p:cNvSpPr>
          <p:nvPr>
            <p:ph type="chart" sz="quarter" idx="13"/>
          </p:nvPr>
        </p:nvSpPr>
        <p:spPr>
          <a:xfrm>
            <a:off x="5114521" y="918972"/>
            <a:ext cx="3324225" cy="3374136"/>
          </a:xfrm>
          <a:prstGeom prst="rect">
            <a:avLst/>
          </a:prstGeom>
        </p:spPr>
        <p:txBody>
          <a:bodyPr/>
          <a:lstStyle/>
          <a:p>
            <a:endParaRPr lang="en-US"/>
          </a:p>
        </p:txBody>
      </p:sp>
      <p:pic>
        <p:nvPicPr>
          <p:cNvPr id="4" name="Picture 3">
            <a:extLst>
              <a:ext uri="{FF2B5EF4-FFF2-40B4-BE49-F238E27FC236}">
                <a16:creationId xmlns:a16="http://schemas.microsoft.com/office/drawing/2014/main" id="{56680D5E-3C3F-3CEE-5E09-DF57AC22FDF4}"/>
              </a:ext>
            </a:extLst>
          </p:cNvPr>
          <p:cNvPicPr>
            <a:picLocks noChangeAspect="1"/>
          </p:cNvPicPr>
          <p:nvPr userDrawn="1"/>
        </p:nvPicPr>
        <p:blipFill>
          <a:blip r:embed="rId3"/>
          <a:srcRect/>
          <a:stretch/>
        </p:blipFill>
        <p:spPr>
          <a:xfrm>
            <a:off x="7344937" y="4601406"/>
            <a:ext cx="1657783" cy="511928"/>
          </a:xfrm>
          <a:prstGeom prst="rect">
            <a:avLst/>
          </a:prstGeom>
        </p:spPr>
      </p:pic>
    </p:spTree>
    <p:extLst>
      <p:ext uri="{BB962C8B-B14F-4D97-AF65-F5344CB8AC3E}">
        <p14:creationId xmlns:p14="http://schemas.microsoft.com/office/powerpoint/2010/main" val="587508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ing, Subheading, Chart 2">
    <p:bg>
      <p:bgPr>
        <a:solidFill>
          <a:srgbClr val="D3430D"/>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822426C1-429F-5686-F707-A925FD85CAC6}"/>
              </a:ext>
            </a:extLst>
          </p:cNvPr>
          <p:cNvPicPr>
            <a:picLocks noChangeAspect="1"/>
          </p:cNvPicPr>
          <p:nvPr userDrawn="1"/>
        </p:nvPicPr>
        <p:blipFill>
          <a:blip r:embed="rId2" cstate="screen">
            <a:alphaModFix amt="17000"/>
            <a:extLst>
              <a:ext uri="{28A0092B-C50C-407E-A947-70E740481C1C}">
                <a14:useLocalDpi xmlns:a14="http://schemas.microsoft.com/office/drawing/2010/main"/>
              </a:ext>
            </a:extLst>
          </a:blip>
          <a:srcRect/>
          <a:stretch/>
        </p:blipFill>
        <p:spPr>
          <a:xfrm>
            <a:off x="0" y="0"/>
            <a:ext cx="5764696" cy="5212080"/>
          </a:xfrm>
          <a:prstGeom prst="rect">
            <a:avLst/>
          </a:prstGeom>
        </p:spPr>
      </p:pic>
      <p:sp>
        <p:nvSpPr>
          <p:cNvPr id="2" name="Title 1">
            <a:extLst>
              <a:ext uri="{FF2B5EF4-FFF2-40B4-BE49-F238E27FC236}">
                <a16:creationId xmlns:a16="http://schemas.microsoft.com/office/drawing/2014/main" id="{E383DFE8-E1F4-E629-A236-83C12FAF830C}"/>
              </a:ext>
            </a:extLst>
          </p:cNvPr>
          <p:cNvSpPr>
            <a:spLocks noGrp="1"/>
          </p:cNvSpPr>
          <p:nvPr>
            <p:ph type="title" hasCustomPrompt="1"/>
          </p:nvPr>
        </p:nvSpPr>
        <p:spPr>
          <a:xfrm>
            <a:off x="585216" y="429768"/>
            <a:ext cx="6867144" cy="429768"/>
          </a:xfrm>
          <a:prstGeom prst="rect">
            <a:avLst/>
          </a:prstGeom>
        </p:spPr>
        <p:txBody>
          <a:bodyPr anchor="b" anchorCtr="0">
            <a:spAutoFit/>
          </a:bodyPr>
          <a:lstStyle>
            <a:lvl1pPr>
              <a:defRPr sz="2400" b="1">
                <a:solidFill>
                  <a:srgbClr val="F8F4F1"/>
                </a:solidFill>
                <a:latin typeface="Aptos" panose="020B0004020202020204" pitchFamily="34" charset="0"/>
              </a:defRPr>
            </a:lvl1pPr>
          </a:lstStyle>
          <a:p>
            <a:r>
              <a:rPr lang="en-US" dirty="0"/>
              <a:t>This is a heading</a:t>
            </a:r>
          </a:p>
        </p:txBody>
      </p:sp>
      <p:sp>
        <p:nvSpPr>
          <p:cNvPr id="4" name="AutoShape 5">
            <a:extLst>
              <a:ext uri="{FF2B5EF4-FFF2-40B4-BE49-F238E27FC236}">
                <a16:creationId xmlns:a16="http://schemas.microsoft.com/office/drawing/2014/main" id="{376D9AB6-74F0-BE42-FB4F-E09DA5AB852D}"/>
              </a:ext>
            </a:extLst>
          </p:cNvPr>
          <p:cNvSpPr/>
          <p:nvPr userDrawn="1"/>
        </p:nvSpPr>
        <p:spPr>
          <a:xfrm flipV="1">
            <a:off x="689772" y="892172"/>
            <a:ext cx="4031857" cy="0"/>
          </a:xfrm>
          <a:prstGeom prst="line">
            <a:avLst/>
          </a:prstGeom>
          <a:ln w="25400" cap="flat">
            <a:solidFill>
              <a:srgbClr val="F8F4F1"/>
            </a:solidFill>
            <a:prstDash val="solid"/>
            <a:headEnd type="none" w="sm" len="sm"/>
            <a:tailEnd type="none" w="sm" len="sm"/>
          </a:ln>
        </p:spPr>
        <p:txBody>
          <a:bodyPr/>
          <a:lstStyle/>
          <a:p>
            <a:endParaRPr lang="en-US" sz="1013">
              <a:solidFill>
                <a:schemeClr val="tx2"/>
              </a:solidFill>
            </a:endParaRPr>
          </a:p>
        </p:txBody>
      </p:sp>
      <p:sp>
        <p:nvSpPr>
          <p:cNvPr id="14" name="AutoShape 5">
            <a:extLst>
              <a:ext uri="{FF2B5EF4-FFF2-40B4-BE49-F238E27FC236}">
                <a16:creationId xmlns:a16="http://schemas.microsoft.com/office/drawing/2014/main" id="{8A1E8CB0-D850-B218-CEC9-3AA992F15505}"/>
              </a:ext>
            </a:extLst>
          </p:cNvPr>
          <p:cNvSpPr/>
          <p:nvPr userDrawn="1"/>
        </p:nvSpPr>
        <p:spPr>
          <a:xfrm flipV="1">
            <a:off x="689772" y="892172"/>
            <a:ext cx="4031857" cy="0"/>
          </a:xfrm>
          <a:prstGeom prst="line">
            <a:avLst/>
          </a:prstGeom>
          <a:ln w="25400" cap="flat">
            <a:solidFill>
              <a:srgbClr val="F8F4F1"/>
            </a:solidFill>
            <a:prstDash val="solid"/>
            <a:headEnd type="none" w="sm" len="sm"/>
            <a:tailEnd type="none" w="sm" len="sm"/>
          </a:ln>
        </p:spPr>
        <p:txBody>
          <a:bodyPr/>
          <a:lstStyle/>
          <a:p>
            <a:endParaRPr lang="en-US" sz="1013">
              <a:solidFill>
                <a:schemeClr val="tx2"/>
              </a:solidFill>
            </a:endParaRPr>
          </a:p>
        </p:txBody>
      </p:sp>
      <p:sp>
        <p:nvSpPr>
          <p:cNvPr id="17" name="Text Placeholder 27">
            <a:extLst>
              <a:ext uri="{FF2B5EF4-FFF2-40B4-BE49-F238E27FC236}">
                <a16:creationId xmlns:a16="http://schemas.microsoft.com/office/drawing/2014/main" id="{36B6F820-DE2A-477C-B8F1-4D66F6B25985}"/>
              </a:ext>
            </a:extLst>
          </p:cNvPr>
          <p:cNvSpPr>
            <a:spLocks noGrp="1"/>
          </p:cNvSpPr>
          <p:nvPr>
            <p:ph type="body" sz="quarter" idx="10" hasCustomPrompt="1"/>
          </p:nvPr>
        </p:nvSpPr>
        <p:spPr>
          <a:xfrm>
            <a:off x="585216" y="1119632"/>
            <a:ext cx="5312664" cy="365760"/>
          </a:xfrm>
          <a:prstGeom prst="rect">
            <a:avLst/>
          </a:prstGeom>
        </p:spPr>
        <p:txBody>
          <a:bodyPr/>
          <a:lstStyle>
            <a:lvl1pPr>
              <a:buNone/>
              <a:defRPr sz="1800" b="1" cap="all" baseline="0">
                <a:solidFill>
                  <a:srgbClr val="F8F4F1"/>
                </a:solidFill>
              </a:defRPr>
            </a:lvl1pPr>
          </a:lstStyle>
          <a:p>
            <a:pPr lvl="0"/>
            <a:r>
              <a:rPr lang="en-US" dirty="0"/>
              <a:t>Subheading here</a:t>
            </a:r>
          </a:p>
        </p:txBody>
      </p:sp>
      <p:sp>
        <p:nvSpPr>
          <p:cNvPr id="18" name="Text Placeholder 23">
            <a:extLst>
              <a:ext uri="{FF2B5EF4-FFF2-40B4-BE49-F238E27FC236}">
                <a16:creationId xmlns:a16="http://schemas.microsoft.com/office/drawing/2014/main" id="{B339B4F9-9455-71AF-E1B1-8CB81559B5C4}"/>
              </a:ext>
            </a:extLst>
          </p:cNvPr>
          <p:cNvSpPr>
            <a:spLocks noGrp="1"/>
          </p:cNvSpPr>
          <p:nvPr>
            <p:ph type="body" sz="quarter" idx="12" hasCustomPrompt="1"/>
          </p:nvPr>
        </p:nvSpPr>
        <p:spPr>
          <a:xfrm>
            <a:off x="585216" y="1545336"/>
            <a:ext cx="4197096" cy="2157984"/>
          </a:xfrm>
          <a:prstGeom prst="rect">
            <a:avLst/>
          </a:prstGeom>
        </p:spPr>
        <p:txBody>
          <a:bodyPr>
            <a:spAutoFit/>
          </a:bodyPr>
          <a:lstStyle>
            <a:lvl1pPr marL="0" indent="0">
              <a:lnSpc>
                <a:spcPct val="114000"/>
              </a:lnSpc>
              <a:spcBef>
                <a:spcPts val="0"/>
              </a:spcBef>
              <a:spcAft>
                <a:spcPts val="1000"/>
              </a:spcAft>
              <a:buNone/>
              <a:defRPr sz="1600">
                <a:solidFill>
                  <a:srgbClr val="032044"/>
                </a:solidFill>
              </a:defRPr>
            </a:lvl1pPr>
            <a:lvl2pPr marL="292608">
              <a:lnSpc>
                <a:spcPct val="114000"/>
              </a:lnSpc>
              <a:spcBef>
                <a:spcPts val="0"/>
              </a:spcBef>
              <a:spcAft>
                <a:spcPts val="1000"/>
              </a:spcAft>
              <a:defRPr sz="1600">
                <a:solidFill>
                  <a:srgbClr val="032044"/>
                </a:solidFill>
              </a:defRPr>
            </a:lvl2pPr>
          </a:lstStyle>
          <a:p>
            <a:pPr lvl="0"/>
            <a:r>
              <a:rPr lang="en-US" dirty="0"/>
              <a:t>A write-up follows the heading. Keep the most important information on the slide. Toss the rest in the speaker notes.</a:t>
            </a:r>
          </a:p>
          <a:p>
            <a:pPr lvl="1"/>
            <a:r>
              <a:rPr lang="en-US" dirty="0"/>
              <a:t>Bullet</a:t>
            </a:r>
          </a:p>
          <a:p>
            <a:pPr lvl="1"/>
            <a:r>
              <a:rPr lang="en-US" dirty="0"/>
              <a:t>Bullet</a:t>
            </a:r>
          </a:p>
          <a:p>
            <a:pPr lvl="1"/>
            <a:r>
              <a:rPr lang="en-US" dirty="0"/>
              <a:t>Bullet</a:t>
            </a:r>
          </a:p>
        </p:txBody>
      </p:sp>
      <p:sp>
        <p:nvSpPr>
          <p:cNvPr id="19" name="Chart Placeholder 5">
            <a:extLst>
              <a:ext uri="{FF2B5EF4-FFF2-40B4-BE49-F238E27FC236}">
                <a16:creationId xmlns:a16="http://schemas.microsoft.com/office/drawing/2014/main" id="{44E0E017-C808-7145-8131-9BD0E504A36E}"/>
              </a:ext>
            </a:extLst>
          </p:cNvPr>
          <p:cNvSpPr>
            <a:spLocks noGrp="1"/>
          </p:cNvSpPr>
          <p:nvPr>
            <p:ph type="chart" sz="quarter" idx="13"/>
          </p:nvPr>
        </p:nvSpPr>
        <p:spPr>
          <a:xfrm>
            <a:off x="5114521" y="918972"/>
            <a:ext cx="3324225" cy="3374136"/>
          </a:xfrm>
          <a:prstGeom prst="rect">
            <a:avLst/>
          </a:prstGeom>
        </p:spPr>
        <p:txBody>
          <a:bodyPr/>
          <a:lstStyle/>
          <a:p>
            <a:endParaRPr lang="en-US"/>
          </a:p>
        </p:txBody>
      </p:sp>
      <p:pic>
        <p:nvPicPr>
          <p:cNvPr id="3" name="Picture 2">
            <a:extLst>
              <a:ext uri="{FF2B5EF4-FFF2-40B4-BE49-F238E27FC236}">
                <a16:creationId xmlns:a16="http://schemas.microsoft.com/office/drawing/2014/main" id="{A135FBF8-E4EA-8D24-8800-07D6CC940F6D}"/>
              </a:ext>
            </a:extLst>
          </p:cNvPr>
          <p:cNvPicPr>
            <a:picLocks noChangeAspect="1"/>
          </p:cNvPicPr>
          <p:nvPr userDrawn="1"/>
        </p:nvPicPr>
        <p:blipFill>
          <a:blip r:embed="rId3"/>
          <a:srcRect/>
          <a:stretch/>
        </p:blipFill>
        <p:spPr>
          <a:xfrm>
            <a:off x="7348791" y="4601406"/>
            <a:ext cx="1650074" cy="511928"/>
          </a:xfrm>
          <a:prstGeom prst="rect">
            <a:avLst/>
          </a:prstGeom>
        </p:spPr>
      </p:pic>
    </p:spTree>
    <p:extLst>
      <p:ext uri="{BB962C8B-B14F-4D97-AF65-F5344CB8AC3E}">
        <p14:creationId xmlns:p14="http://schemas.microsoft.com/office/powerpoint/2010/main" val="60767053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ing, Subheading, Chart 3">
    <p:bg>
      <p:bgPr>
        <a:solidFill>
          <a:srgbClr val="F8F4F1"/>
        </a:solidFill>
        <a:effectLst/>
      </p:bgPr>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3B907A1-A2ED-9071-B502-7F5A95C5004E}"/>
              </a:ext>
            </a:extLst>
          </p:cNvPr>
          <p:cNvPicPr>
            <a:picLocks noChangeAspect="1"/>
          </p:cNvPicPr>
          <p:nvPr userDrawn="1"/>
        </p:nvPicPr>
        <p:blipFill>
          <a:blip r:embed="rId2" cstate="screen">
            <a:alphaModFix amt="23000"/>
            <a:extLst>
              <a:ext uri="{28A0092B-C50C-407E-A947-70E740481C1C}">
                <a14:useLocalDpi xmlns:a14="http://schemas.microsoft.com/office/drawing/2010/main"/>
              </a:ext>
            </a:extLst>
          </a:blip>
          <a:srcRect/>
          <a:stretch/>
        </p:blipFill>
        <p:spPr>
          <a:xfrm>
            <a:off x="-2" y="0"/>
            <a:ext cx="5764696" cy="5212080"/>
          </a:xfrm>
          <a:prstGeom prst="rect">
            <a:avLst/>
          </a:prstGeom>
        </p:spPr>
      </p:pic>
      <p:sp>
        <p:nvSpPr>
          <p:cNvPr id="2" name="Title 1">
            <a:extLst>
              <a:ext uri="{FF2B5EF4-FFF2-40B4-BE49-F238E27FC236}">
                <a16:creationId xmlns:a16="http://schemas.microsoft.com/office/drawing/2014/main" id="{4A882558-45FD-8C24-7163-1FC457E47679}"/>
              </a:ext>
            </a:extLst>
          </p:cNvPr>
          <p:cNvSpPr>
            <a:spLocks noGrp="1"/>
          </p:cNvSpPr>
          <p:nvPr>
            <p:ph type="title" hasCustomPrompt="1"/>
          </p:nvPr>
        </p:nvSpPr>
        <p:spPr>
          <a:xfrm>
            <a:off x="585216" y="429768"/>
            <a:ext cx="6867144" cy="429768"/>
          </a:xfrm>
          <a:prstGeom prst="rect">
            <a:avLst/>
          </a:prstGeom>
        </p:spPr>
        <p:txBody>
          <a:bodyPr anchor="b" anchorCtr="0">
            <a:spAutoFit/>
          </a:bodyPr>
          <a:lstStyle>
            <a:lvl1pPr>
              <a:defRPr sz="2400" b="1">
                <a:latin typeface="Aptos" panose="020B0004020202020204" pitchFamily="34" charset="0"/>
              </a:defRPr>
            </a:lvl1pPr>
          </a:lstStyle>
          <a:p>
            <a:r>
              <a:rPr lang="en-US" dirty="0"/>
              <a:t>This is a heading</a:t>
            </a:r>
          </a:p>
        </p:txBody>
      </p:sp>
      <p:sp>
        <p:nvSpPr>
          <p:cNvPr id="4" name="AutoShape 5">
            <a:extLst>
              <a:ext uri="{FF2B5EF4-FFF2-40B4-BE49-F238E27FC236}">
                <a16:creationId xmlns:a16="http://schemas.microsoft.com/office/drawing/2014/main" id="{BB802751-ED68-148E-EAF8-3E911E22CF71}"/>
              </a:ext>
            </a:extLst>
          </p:cNvPr>
          <p:cNvSpPr/>
          <p:nvPr userDrawn="1"/>
        </p:nvSpPr>
        <p:spPr>
          <a:xfrm flipV="1">
            <a:off x="689772" y="892172"/>
            <a:ext cx="4031857" cy="0"/>
          </a:xfrm>
          <a:prstGeom prst="line">
            <a:avLst/>
          </a:prstGeom>
          <a:ln w="25400" cap="flat">
            <a:solidFill>
              <a:schemeClr val="tx1"/>
            </a:solidFill>
            <a:prstDash val="solid"/>
            <a:headEnd type="none" w="sm" len="sm"/>
            <a:tailEnd type="none" w="sm" len="sm"/>
          </a:ln>
        </p:spPr>
        <p:txBody>
          <a:bodyPr/>
          <a:lstStyle/>
          <a:p>
            <a:endParaRPr lang="en-US" sz="1013">
              <a:solidFill>
                <a:schemeClr val="tx2"/>
              </a:solidFill>
            </a:endParaRPr>
          </a:p>
        </p:txBody>
      </p:sp>
      <p:sp>
        <p:nvSpPr>
          <p:cNvPr id="34" name="Text Placeholder 27">
            <a:extLst>
              <a:ext uri="{FF2B5EF4-FFF2-40B4-BE49-F238E27FC236}">
                <a16:creationId xmlns:a16="http://schemas.microsoft.com/office/drawing/2014/main" id="{2A6229EF-1378-2D3F-C600-94BA728A3CB8}"/>
              </a:ext>
            </a:extLst>
          </p:cNvPr>
          <p:cNvSpPr>
            <a:spLocks noGrp="1"/>
          </p:cNvSpPr>
          <p:nvPr>
            <p:ph type="body" sz="quarter" idx="10" hasCustomPrompt="1"/>
          </p:nvPr>
        </p:nvSpPr>
        <p:spPr>
          <a:xfrm>
            <a:off x="585216" y="1119632"/>
            <a:ext cx="5312664" cy="365760"/>
          </a:xfrm>
          <a:prstGeom prst="rect">
            <a:avLst/>
          </a:prstGeom>
        </p:spPr>
        <p:txBody>
          <a:bodyPr/>
          <a:lstStyle>
            <a:lvl1pPr>
              <a:buNone/>
              <a:defRPr sz="1800" b="1" cap="all" baseline="0">
                <a:solidFill>
                  <a:schemeClr val="accent1">
                    <a:lumMod val="75000"/>
                  </a:schemeClr>
                </a:solidFill>
              </a:defRPr>
            </a:lvl1pPr>
          </a:lstStyle>
          <a:p>
            <a:pPr lvl="0"/>
            <a:r>
              <a:rPr lang="en-US" dirty="0"/>
              <a:t>Subheading here</a:t>
            </a:r>
          </a:p>
        </p:txBody>
      </p:sp>
      <p:sp>
        <p:nvSpPr>
          <p:cNvPr id="35" name="Text Placeholder 23">
            <a:extLst>
              <a:ext uri="{FF2B5EF4-FFF2-40B4-BE49-F238E27FC236}">
                <a16:creationId xmlns:a16="http://schemas.microsoft.com/office/drawing/2014/main" id="{C8311FB8-CF6B-AC64-749E-5BA32657FD1C}"/>
              </a:ext>
            </a:extLst>
          </p:cNvPr>
          <p:cNvSpPr>
            <a:spLocks noGrp="1"/>
          </p:cNvSpPr>
          <p:nvPr>
            <p:ph type="body" sz="quarter" idx="12" hasCustomPrompt="1"/>
          </p:nvPr>
        </p:nvSpPr>
        <p:spPr>
          <a:xfrm>
            <a:off x="585216" y="1545336"/>
            <a:ext cx="4197096" cy="2157984"/>
          </a:xfrm>
          <a:prstGeom prst="rect">
            <a:avLst/>
          </a:prstGeom>
        </p:spPr>
        <p:txBody>
          <a:bodyPr>
            <a:spAutoFit/>
          </a:bodyPr>
          <a:lstStyle>
            <a:lvl1pPr marL="0" indent="0">
              <a:lnSpc>
                <a:spcPct val="114000"/>
              </a:lnSpc>
              <a:spcBef>
                <a:spcPts val="0"/>
              </a:spcBef>
              <a:spcAft>
                <a:spcPts val="1000"/>
              </a:spcAft>
              <a:buNone/>
              <a:defRPr sz="1600">
                <a:solidFill>
                  <a:srgbClr val="032044"/>
                </a:solidFill>
              </a:defRPr>
            </a:lvl1pPr>
            <a:lvl2pPr marL="292608">
              <a:lnSpc>
                <a:spcPct val="114000"/>
              </a:lnSpc>
              <a:spcBef>
                <a:spcPts val="0"/>
              </a:spcBef>
              <a:spcAft>
                <a:spcPts val="1000"/>
              </a:spcAft>
              <a:defRPr sz="1600">
                <a:solidFill>
                  <a:srgbClr val="032044"/>
                </a:solidFill>
              </a:defRPr>
            </a:lvl2pPr>
          </a:lstStyle>
          <a:p>
            <a:pPr lvl="0"/>
            <a:r>
              <a:rPr lang="en-US" dirty="0"/>
              <a:t>A write-up follows the heading. Keep the most important information on the slide. Toss the rest in the speaker notes.</a:t>
            </a:r>
          </a:p>
          <a:p>
            <a:pPr lvl="1"/>
            <a:r>
              <a:rPr lang="en-US" dirty="0"/>
              <a:t>Bullet</a:t>
            </a:r>
          </a:p>
          <a:p>
            <a:pPr lvl="1"/>
            <a:r>
              <a:rPr lang="en-US" dirty="0"/>
              <a:t>Bullet</a:t>
            </a:r>
          </a:p>
          <a:p>
            <a:pPr lvl="1"/>
            <a:r>
              <a:rPr lang="en-US" dirty="0"/>
              <a:t>Bullet</a:t>
            </a:r>
          </a:p>
        </p:txBody>
      </p:sp>
      <p:sp>
        <p:nvSpPr>
          <p:cNvPr id="36" name="Chart Placeholder 5">
            <a:extLst>
              <a:ext uri="{FF2B5EF4-FFF2-40B4-BE49-F238E27FC236}">
                <a16:creationId xmlns:a16="http://schemas.microsoft.com/office/drawing/2014/main" id="{6E7BA5ED-C6E1-1BA1-B22A-43B1ACC6E8F9}"/>
              </a:ext>
            </a:extLst>
          </p:cNvPr>
          <p:cNvSpPr>
            <a:spLocks noGrp="1"/>
          </p:cNvSpPr>
          <p:nvPr>
            <p:ph type="chart" sz="quarter" idx="13"/>
          </p:nvPr>
        </p:nvSpPr>
        <p:spPr>
          <a:xfrm>
            <a:off x="5114521" y="918972"/>
            <a:ext cx="3324225" cy="3374136"/>
          </a:xfrm>
          <a:prstGeom prst="rect">
            <a:avLst/>
          </a:prstGeom>
        </p:spPr>
        <p:txBody>
          <a:bodyPr/>
          <a:lstStyle/>
          <a:p>
            <a:endParaRPr lang="en-US"/>
          </a:p>
        </p:txBody>
      </p:sp>
      <p:pic>
        <p:nvPicPr>
          <p:cNvPr id="3" name="Picture 2">
            <a:extLst>
              <a:ext uri="{FF2B5EF4-FFF2-40B4-BE49-F238E27FC236}">
                <a16:creationId xmlns:a16="http://schemas.microsoft.com/office/drawing/2014/main" id="{CAF82F79-28BE-49EF-D665-D518146E29EE}"/>
              </a:ext>
            </a:extLst>
          </p:cNvPr>
          <p:cNvPicPr>
            <a:picLocks noChangeAspect="1"/>
          </p:cNvPicPr>
          <p:nvPr userDrawn="1"/>
        </p:nvPicPr>
        <p:blipFill>
          <a:blip r:embed="rId3"/>
          <a:srcRect/>
          <a:stretch/>
        </p:blipFill>
        <p:spPr>
          <a:xfrm>
            <a:off x="7348791" y="4602597"/>
            <a:ext cx="1650074" cy="509546"/>
          </a:xfrm>
          <a:prstGeom prst="rect">
            <a:avLst/>
          </a:prstGeom>
        </p:spPr>
      </p:pic>
    </p:spTree>
    <p:extLst>
      <p:ext uri="{BB962C8B-B14F-4D97-AF65-F5344CB8AC3E}">
        <p14:creationId xmlns:p14="http://schemas.microsoft.com/office/powerpoint/2010/main" val="7026706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ing, Subheading, Statistc 1">
    <p:bg>
      <p:bgPr>
        <a:solidFill>
          <a:srgbClr val="032044"/>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BF575E1-2C53-5D7A-809B-162E758EF3A6}"/>
              </a:ext>
            </a:extLst>
          </p:cNvPr>
          <p:cNvPicPr>
            <a:picLocks noChangeAspect="1"/>
          </p:cNvPicPr>
          <p:nvPr userDrawn="1"/>
        </p:nvPicPr>
        <p:blipFill>
          <a:blip r:embed="rId2" cstate="screen">
            <a:alphaModFix amt="7000"/>
            <a:extLst>
              <a:ext uri="{28A0092B-C50C-407E-A947-70E740481C1C}">
                <a14:useLocalDpi xmlns:a14="http://schemas.microsoft.com/office/drawing/2010/main"/>
              </a:ext>
            </a:extLst>
          </a:blip>
          <a:srcRect/>
          <a:stretch/>
        </p:blipFill>
        <p:spPr>
          <a:xfrm>
            <a:off x="0" y="0"/>
            <a:ext cx="5764696" cy="5212080"/>
          </a:xfrm>
          <a:prstGeom prst="rect">
            <a:avLst/>
          </a:prstGeom>
        </p:spPr>
      </p:pic>
      <p:sp>
        <p:nvSpPr>
          <p:cNvPr id="6" name="AutoShape 5">
            <a:extLst>
              <a:ext uri="{FF2B5EF4-FFF2-40B4-BE49-F238E27FC236}">
                <a16:creationId xmlns:a16="http://schemas.microsoft.com/office/drawing/2014/main" id="{20A49E03-71E4-1A42-DD96-EE339DD85EFB}"/>
              </a:ext>
            </a:extLst>
          </p:cNvPr>
          <p:cNvSpPr/>
          <p:nvPr userDrawn="1"/>
        </p:nvSpPr>
        <p:spPr>
          <a:xfrm flipV="1">
            <a:off x="689772" y="1257932"/>
            <a:ext cx="4031857" cy="0"/>
          </a:xfrm>
          <a:prstGeom prst="line">
            <a:avLst/>
          </a:prstGeom>
          <a:ln w="25400" cap="flat">
            <a:solidFill>
              <a:srgbClr val="F8F4F1"/>
            </a:solidFill>
            <a:prstDash val="solid"/>
            <a:headEnd type="none" w="sm" len="sm"/>
            <a:tailEnd type="none" w="sm" len="sm"/>
          </a:ln>
        </p:spPr>
        <p:txBody>
          <a:bodyPr/>
          <a:lstStyle/>
          <a:p>
            <a:endParaRPr lang="en-US" sz="1013">
              <a:solidFill>
                <a:schemeClr val="tx2"/>
              </a:solidFill>
            </a:endParaRPr>
          </a:p>
        </p:txBody>
      </p:sp>
      <p:sp>
        <p:nvSpPr>
          <p:cNvPr id="12" name="Rectangle 11">
            <a:extLst>
              <a:ext uri="{FF2B5EF4-FFF2-40B4-BE49-F238E27FC236}">
                <a16:creationId xmlns:a16="http://schemas.microsoft.com/office/drawing/2014/main" id="{69314393-E3DD-60E0-247B-FB41EB01BB3C}"/>
              </a:ext>
            </a:extLst>
          </p:cNvPr>
          <p:cNvSpPr/>
          <p:nvPr userDrawn="1"/>
        </p:nvSpPr>
        <p:spPr>
          <a:xfrm>
            <a:off x="5379522" y="0"/>
            <a:ext cx="3764478" cy="4376425"/>
          </a:xfrm>
          <a:prstGeom prst="rect">
            <a:avLst/>
          </a:prstGeom>
          <a:solidFill>
            <a:srgbClr val="F8F4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8">
            <a:extLst>
              <a:ext uri="{FF2B5EF4-FFF2-40B4-BE49-F238E27FC236}">
                <a16:creationId xmlns:a16="http://schemas.microsoft.com/office/drawing/2014/main" id="{830AF765-5002-D00F-B0CC-B1DB674B938A}"/>
              </a:ext>
            </a:extLst>
          </p:cNvPr>
          <p:cNvSpPr>
            <a:spLocks noGrp="1"/>
          </p:cNvSpPr>
          <p:nvPr>
            <p:ph type="title" hasCustomPrompt="1"/>
          </p:nvPr>
        </p:nvSpPr>
        <p:spPr>
          <a:xfrm>
            <a:off x="585216" y="420624"/>
            <a:ext cx="6867144" cy="759247"/>
          </a:xfrm>
          <a:prstGeom prst="rect">
            <a:avLst/>
          </a:prstGeom>
        </p:spPr>
        <p:txBody>
          <a:bodyPr anchor="b" anchorCtr="0">
            <a:spAutoFit/>
          </a:bodyPr>
          <a:lstStyle>
            <a:lvl1pPr>
              <a:defRPr sz="2400" b="1">
                <a:solidFill>
                  <a:srgbClr val="F8F4F1"/>
                </a:solidFill>
                <a:latin typeface="Aptos" panose="020B0004020202020204" pitchFamily="34" charset="0"/>
              </a:defRPr>
            </a:lvl1pPr>
          </a:lstStyle>
          <a:p>
            <a:r>
              <a:rPr lang="en-US" dirty="0"/>
              <a:t>This is a heading</a:t>
            </a:r>
            <a:br>
              <a:rPr lang="en-US" dirty="0"/>
            </a:br>
            <a:r>
              <a:rPr lang="en-US" dirty="0"/>
              <a:t>on two lines</a:t>
            </a:r>
          </a:p>
        </p:txBody>
      </p:sp>
      <p:sp>
        <p:nvSpPr>
          <p:cNvPr id="16" name="Text Placeholder 27">
            <a:extLst>
              <a:ext uri="{FF2B5EF4-FFF2-40B4-BE49-F238E27FC236}">
                <a16:creationId xmlns:a16="http://schemas.microsoft.com/office/drawing/2014/main" id="{E48CAF69-6049-4847-A453-85C53E3FE1B0}"/>
              </a:ext>
            </a:extLst>
          </p:cNvPr>
          <p:cNvSpPr>
            <a:spLocks noGrp="1"/>
          </p:cNvSpPr>
          <p:nvPr>
            <p:ph type="body" sz="quarter" idx="10" hasCustomPrompt="1"/>
          </p:nvPr>
        </p:nvSpPr>
        <p:spPr>
          <a:xfrm>
            <a:off x="585216" y="1399032"/>
            <a:ext cx="5312664" cy="365760"/>
          </a:xfrm>
          <a:prstGeom prst="rect">
            <a:avLst/>
          </a:prstGeom>
        </p:spPr>
        <p:txBody>
          <a:bodyPr anchor="b" anchorCtr="0"/>
          <a:lstStyle>
            <a:lvl1pPr>
              <a:buNone/>
              <a:defRPr sz="1800" b="1" cap="all" baseline="0">
                <a:solidFill>
                  <a:srgbClr val="F15922"/>
                </a:solidFill>
              </a:defRPr>
            </a:lvl1pPr>
          </a:lstStyle>
          <a:p>
            <a:pPr lvl="0"/>
            <a:r>
              <a:rPr lang="en-US" dirty="0"/>
              <a:t>Subheading here</a:t>
            </a:r>
          </a:p>
        </p:txBody>
      </p:sp>
      <p:sp>
        <p:nvSpPr>
          <p:cNvPr id="17" name="Text Placeholder 23">
            <a:extLst>
              <a:ext uri="{FF2B5EF4-FFF2-40B4-BE49-F238E27FC236}">
                <a16:creationId xmlns:a16="http://schemas.microsoft.com/office/drawing/2014/main" id="{40816CD3-9756-AFE1-4C7D-8640022447CD}"/>
              </a:ext>
            </a:extLst>
          </p:cNvPr>
          <p:cNvSpPr>
            <a:spLocks noGrp="1"/>
          </p:cNvSpPr>
          <p:nvPr>
            <p:ph type="body" sz="quarter" idx="12" hasCustomPrompt="1"/>
          </p:nvPr>
        </p:nvSpPr>
        <p:spPr>
          <a:xfrm>
            <a:off x="585216" y="1847088"/>
            <a:ext cx="4197096" cy="2157984"/>
          </a:xfrm>
          <a:prstGeom prst="rect">
            <a:avLst/>
          </a:prstGeom>
        </p:spPr>
        <p:txBody>
          <a:bodyPr>
            <a:spAutoFit/>
          </a:bodyPr>
          <a:lstStyle>
            <a:lvl1pPr marL="0" indent="0">
              <a:lnSpc>
                <a:spcPct val="114000"/>
              </a:lnSpc>
              <a:spcBef>
                <a:spcPts val="0"/>
              </a:spcBef>
              <a:spcAft>
                <a:spcPts val="1000"/>
              </a:spcAft>
              <a:buNone/>
              <a:defRPr sz="1600">
                <a:solidFill>
                  <a:srgbClr val="F8F4F1"/>
                </a:solidFill>
              </a:defRPr>
            </a:lvl1pPr>
            <a:lvl2pPr marL="292608">
              <a:lnSpc>
                <a:spcPct val="114000"/>
              </a:lnSpc>
              <a:spcBef>
                <a:spcPts val="0"/>
              </a:spcBef>
              <a:spcAft>
                <a:spcPts val="1000"/>
              </a:spcAft>
              <a:defRPr sz="1600">
                <a:solidFill>
                  <a:srgbClr val="F8F4F1"/>
                </a:solidFill>
              </a:defRPr>
            </a:lvl2pPr>
          </a:lstStyle>
          <a:p>
            <a:pPr lvl="0"/>
            <a:r>
              <a:rPr lang="en-US" dirty="0"/>
              <a:t>A write-up follows the heading. Keep the most important information on the slide. Toss the rest in the speaker notes.</a:t>
            </a:r>
          </a:p>
          <a:p>
            <a:pPr lvl="1"/>
            <a:r>
              <a:rPr lang="en-US" dirty="0"/>
              <a:t>Bullet</a:t>
            </a:r>
          </a:p>
          <a:p>
            <a:pPr lvl="1"/>
            <a:r>
              <a:rPr lang="en-US" dirty="0"/>
              <a:t>Bullet</a:t>
            </a:r>
          </a:p>
          <a:p>
            <a:pPr lvl="1"/>
            <a:r>
              <a:rPr lang="en-US" dirty="0"/>
              <a:t>Bullet</a:t>
            </a:r>
          </a:p>
        </p:txBody>
      </p:sp>
      <p:sp>
        <p:nvSpPr>
          <p:cNvPr id="22" name="Text Placeholder 15">
            <a:extLst>
              <a:ext uri="{FF2B5EF4-FFF2-40B4-BE49-F238E27FC236}">
                <a16:creationId xmlns:a16="http://schemas.microsoft.com/office/drawing/2014/main" id="{76E8395A-274A-9434-EE1A-4D96DDA3B9E4}"/>
              </a:ext>
            </a:extLst>
          </p:cNvPr>
          <p:cNvSpPr>
            <a:spLocks noGrp="1"/>
          </p:cNvSpPr>
          <p:nvPr>
            <p:ph type="body" sz="quarter" idx="13" hasCustomPrompt="1"/>
          </p:nvPr>
        </p:nvSpPr>
        <p:spPr>
          <a:xfrm>
            <a:off x="5732809" y="767968"/>
            <a:ext cx="1351519" cy="400110"/>
          </a:xfrm>
          <a:prstGeom prst="rect">
            <a:avLst/>
          </a:prstGeom>
        </p:spPr>
        <p:txBody>
          <a:bodyPr wrap="square">
            <a:spAutoFit/>
          </a:bodyPr>
          <a:lstStyle>
            <a:lvl1pPr marL="0" indent="0" algn="l">
              <a:lnSpc>
                <a:spcPct val="100000"/>
              </a:lnSpc>
              <a:spcBef>
                <a:spcPts val="0"/>
              </a:spcBef>
              <a:spcAft>
                <a:spcPts val="600"/>
              </a:spcAft>
              <a:buNone/>
              <a:defRPr sz="2000" b="1">
                <a:solidFill>
                  <a:schemeClr val="accent1">
                    <a:lumMod val="75000"/>
                  </a:schemeClr>
                </a:solidFill>
                <a:latin typeface="Aptos" panose="020B0004020202020204" pitchFamily="34" charset="0"/>
              </a:defRPr>
            </a:lvl1pPr>
          </a:lstStyle>
          <a:p>
            <a:pPr lvl="0"/>
            <a:r>
              <a:rPr lang="en-US" dirty="0"/>
              <a:t>XXXXX</a:t>
            </a:r>
          </a:p>
        </p:txBody>
      </p:sp>
      <p:sp>
        <p:nvSpPr>
          <p:cNvPr id="23" name="Text Placeholder 17">
            <a:extLst>
              <a:ext uri="{FF2B5EF4-FFF2-40B4-BE49-F238E27FC236}">
                <a16:creationId xmlns:a16="http://schemas.microsoft.com/office/drawing/2014/main" id="{1BCE1ABE-D5E4-5076-8619-5C4001762D42}"/>
              </a:ext>
            </a:extLst>
          </p:cNvPr>
          <p:cNvSpPr>
            <a:spLocks noGrp="1"/>
          </p:cNvSpPr>
          <p:nvPr>
            <p:ph type="body" sz="quarter" idx="14" hasCustomPrompt="1"/>
          </p:nvPr>
        </p:nvSpPr>
        <p:spPr>
          <a:xfrm>
            <a:off x="5732809" y="1081129"/>
            <a:ext cx="1525463" cy="247354"/>
          </a:xfrm>
          <a:prstGeom prst="rect">
            <a:avLst/>
          </a:prstGeom>
        </p:spPr>
        <p:txBody>
          <a:bodyPr/>
          <a:lstStyle>
            <a:lvl1pPr marL="0" indent="0" algn="l">
              <a:lnSpc>
                <a:spcPct val="100000"/>
              </a:lnSpc>
              <a:spcBef>
                <a:spcPts val="0"/>
              </a:spcBef>
              <a:spcAft>
                <a:spcPts val="600"/>
              </a:spcAft>
              <a:buNone/>
              <a:defRPr sz="1050" b="1">
                <a:solidFill>
                  <a:srgbClr val="032044"/>
                </a:solidFill>
              </a:defRPr>
            </a:lvl1pPr>
          </a:lstStyle>
          <a:p>
            <a:pPr lvl="0"/>
            <a:r>
              <a:rPr lang="en-US" b="1" dirty="0"/>
              <a:t>Statistic 1</a:t>
            </a:r>
            <a:endParaRPr lang="en-US" dirty="0"/>
          </a:p>
        </p:txBody>
      </p:sp>
      <p:sp>
        <p:nvSpPr>
          <p:cNvPr id="24" name="Text Placeholder 19">
            <a:extLst>
              <a:ext uri="{FF2B5EF4-FFF2-40B4-BE49-F238E27FC236}">
                <a16:creationId xmlns:a16="http://schemas.microsoft.com/office/drawing/2014/main" id="{63069CBD-2FFE-43A1-87C7-172D38784397}"/>
              </a:ext>
            </a:extLst>
          </p:cNvPr>
          <p:cNvSpPr>
            <a:spLocks noGrp="1"/>
          </p:cNvSpPr>
          <p:nvPr>
            <p:ph type="body" sz="quarter" idx="15" hasCustomPrompt="1"/>
          </p:nvPr>
        </p:nvSpPr>
        <p:spPr>
          <a:xfrm>
            <a:off x="5732809" y="1304453"/>
            <a:ext cx="3279349" cy="353572"/>
          </a:xfrm>
          <a:prstGeom prst="rect">
            <a:avLst/>
          </a:prstGeom>
        </p:spPr>
        <p:txBody>
          <a:bodyPr wrap="square">
            <a:noAutofit/>
          </a:bodyPr>
          <a:lstStyle>
            <a:lvl1pPr marL="0" indent="0" algn="l">
              <a:lnSpc>
                <a:spcPct val="100000"/>
              </a:lnSpc>
              <a:spcBef>
                <a:spcPts val="0"/>
              </a:spcBef>
              <a:spcAft>
                <a:spcPts val="600"/>
              </a:spcAft>
              <a:buNone/>
              <a:defRPr sz="1050">
                <a:solidFill>
                  <a:srgbClr val="032044"/>
                </a:solidFill>
              </a:defRPr>
            </a:lvl1pPr>
          </a:lstStyle>
          <a:p>
            <a:pPr lvl="0"/>
            <a:r>
              <a:rPr lang="en-US" dirty="0"/>
              <a:t>Additional copy here. You can use 1-3 lines here.</a:t>
            </a:r>
          </a:p>
        </p:txBody>
      </p:sp>
      <p:sp>
        <p:nvSpPr>
          <p:cNvPr id="25" name="Text Placeholder 15">
            <a:extLst>
              <a:ext uri="{FF2B5EF4-FFF2-40B4-BE49-F238E27FC236}">
                <a16:creationId xmlns:a16="http://schemas.microsoft.com/office/drawing/2014/main" id="{C7B0885A-032E-2C8B-C3B8-B2C73D6591D4}"/>
              </a:ext>
            </a:extLst>
          </p:cNvPr>
          <p:cNvSpPr>
            <a:spLocks noGrp="1"/>
          </p:cNvSpPr>
          <p:nvPr>
            <p:ph type="body" sz="quarter" idx="16" hasCustomPrompt="1"/>
          </p:nvPr>
        </p:nvSpPr>
        <p:spPr>
          <a:xfrm>
            <a:off x="5732809" y="1546255"/>
            <a:ext cx="1351519" cy="400110"/>
          </a:xfrm>
          <a:prstGeom prst="rect">
            <a:avLst/>
          </a:prstGeom>
        </p:spPr>
        <p:txBody>
          <a:bodyPr wrap="square">
            <a:spAutoFit/>
          </a:bodyPr>
          <a:lstStyle>
            <a:lvl1pPr marL="0" indent="0" algn="l">
              <a:lnSpc>
                <a:spcPct val="100000"/>
              </a:lnSpc>
              <a:spcBef>
                <a:spcPts val="0"/>
              </a:spcBef>
              <a:spcAft>
                <a:spcPts val="600"/>
              </a:spcAft>
              <a:buNone/>
              <a:defRPr sz="2000" b="1">
                <a:solidFill>
                  <a:schemeClr val="accent1">
                    <a:lumMod val="75000"/>
                  </a:schemeClr>
                </a:solidFill>
                <a:latin typeface="Aptos" panose="020B0004020202020204" pitchFamily="34" charset="0"/>
              </a:defRPr>
            </a:lvl1pPr>
          </a:lstStyle>
          <a:p>
            <a:pPr lvl="0"/>
            <a:r>
              <a:rPr lang="en-US" dirty="0"/>
              <a:t>XXXXX</a:t>
            </a:r>
          </a:p>
        </p:txBody>
      </p:sp>
      <p:sp>
        <p:nvSpPr>
          <p:cNvPr id="26" name="Text Placeholder 17">
            <a:extLst>
              <a:ext uri="{FF2B5EF4-FFF2-40B4-BE49-F238E27FC236}">
                <a16:creationId xmlns:a16="http://schemas.microsoft.com/office/drawing/2014/main" id="{01E66F6F-1646-9B84-6FF4-B375B8CB67B4}"/>
              </a:ext>
            </a:extLst>
          </p:cNvPr>
          <p:cNvSpPr>
            <a:spLocks noGrp="1"/>
          </p:cNvSpPr>
          <p:nvPr>
            <p:ph type="body" sz="quarter" idx="17" hasCustomPrompt="1"/>
          </p:nvPr>
        </p:nvSpPr>
        <p:spPr>
          <a:xfrm>
            <a:off x="5732809" y="1847088"/>
            <a:ext cx="1525463" cy="247354"/>
          </a:xfrm>
          <a:prstGeom prst="rect">
            <a:avLst/>
          </a:prstGeom>
        </p:spPr>
        <p:txBody>
          <a:bodyPr/>
          <a:lstStyle>
            <a:lvl1pPr marL="0" indent="0" algn="l">
              <a:lnSpc>
                <a:spcPct val="100000"/>
              </a:lnSpc>
              <a:spcBef>
                <a:spcPts val="0"/>
              </a:spcBef>
              <a:spcAft>
                <a:spcPts val="600"/>
              </a:spcAft>
              <a:buNone/>
              <a:defRPr sz="1050" b="1">
                <a:solidFill>
                  <a:srgbClr val="032044"/>
                </a:solidFill>
              </a:defRPr>
            </a:lvl1pPr>
          </a:lstStyle>
          <a:p>
            <a:pPr lvl="0"/>
            <a:r>
              <a:rPr lang="en-US" b="1" dirty="0"/>
              <a:t>Statistic 2</a:t>
            </a:r>
            <a:endParaRPr lang="en-US" dirty="0"/>
          </a:p>
        </p:txBody>
      </p:sp>
      <p:sp>
        <p:nvSpPr>
          <p:cNvPr id="27" name="Text Placeholder 19">
            <a:extLst>
              <a:ext uri="{FF2B5EF4-FFF2-40B4-BE49-F238E27FC236}">
                <a16:creationId xmlns:a16="http://schemas.microsoft.com/office/drawing/2014/main" id="{A73197E8-65E0-2B03-200F-0E14E46DFB44}"/>
              </a:ext>
            </a:extLst>
          </p:cNvPr>
          <p:cNvSpPr>
            <a:spLocks noGrp="1"/>
          </p:cNvSpPr>
          <p:nvPr>
            <p:ph type="body" sz="quarter" idx="18" hasCustomPrompt="1"/>
          </p:nvPr>
        </p:nvSpPr>
        <p:spPr>
          <a:xfrm>
            <a:off x="5732809" y="2087321"/>
            <a:ext cx="3279349" cy="353572"/>
          </a:xfrm>
          <a:prstGeom prst="rect">
            <a:avLst/>
          </a:prstGeom>
        </p:spPr>
        <p:txBody>
          <a:bodyPr wrap="square">
            <a:noAutofit/>
          </a:bodyPr>
          <a:lstStyle>
            <a:lvl1pPr marL="0" indent="0" algn="l">
              <a:lnSpc>
                <a:spcPct val="100000"/>
              </a:lnSpc>
              <a:spcBef>
                <a:spcPts val="0"/>
              </a:spcBef>
              <a:spcAft>
                <a:spcPts val="600"/>
              </a:spcAft>
              <a:buNone/>
              <a:defRPr sz="1050">
                <a:solidFill>
                  <a:srgbClr val="032044"/>
                </a:solidFill>
              </a:defRPr>
            </a:lvl1pPr>
          </a:lstStyle>
          <a:p>
            <a:pPr lvl="0"/>
            <a:r>
              <a:rPr lang="en-US" dirty="0"/>
              <a:t>Additional copy here. You can use 1-3 lines here.</a:t>
            </a:r>
          </a:p>
        </p:txBody>
      </p:sp>
      <p:sp>
        <p:nvSpPr>
          <p:cNvPr id="28" name="Text Placeholder 15">
            <a:extLst>
              <a:ext uri="{FF2B5EF4-FFF2-40B4-BE49-F238E27FC236}">
                <a16:creationId xmlns:a16="http://schemas.microsoft.com/office/drawing/2014/main" id="{0D07660B-DE29-6684-9029-63D728506D1D}"/>
              </a:ext>
            </a:extLst>
          </p:cNvPr>
          <p:cNvSpPr>
            <a:spLocks noGrp="1"/>
          </p:cNvSpPr>
          <p:nvPr>
            <p:ph type="body" sz="quarter" idx="19" hasCustomPrompt="1"/>
          </p:nvPr>
        </p:nvSpPr>
        <p:spPr>
          <a:xfrm>
            <a:off x="5732809" y="2320571"/>
            <a:ext cx="1351519" cy="400110"/>
          </a:xfrm>
          <a:prstGeom prst="rect">
            <a:avLst/>
          </a:prstGeom>
        </p:spPr>
        <p:txBody>
          <a:bodyPr wrap="square">
            <a:spAutoFit/>
          </a:bodyPr>
          <a:lstStyle>
            <a:lvl1pPr marL="0" indent="0" algn="l">
              <a:lnSpc>
                <a:spcPct val="100000"/>
              </a:lnSpc>
              <a:spcBef>
                <a:spcPts val="0"/>
              </a:spcBef>
              <a:spcAft>
                <a:spcPts val="600"/>
              </a:spcAft>
              <a:buNone/>
              <a:defRPr sz="2000" b="1">
                <a:solidFill>
                  <a:schemeClr val="accent1">
                    <a:lumMod val="75000"/>
                  </a:schemeClr>
                </a:solidFill>
                <a:latin typeface="Aptos" panose="020B0004020202020204" pitchFamily="34" charset="0"/>
              </a:defRPr>
            </a:lvl1pPr>
          </a:lstStyle>
          <a:p>
            <a:pPr lvl="0"/>
            <a:r>
              <a:rPr lang="en-US" dirty="0"/>
              <a:t>XXXXX</a:t>
            </a:r>
          </a:p>
        </p:txBody>
      </p:sp>
      <p:sp>
        <p:nvSpPr>
          <p:cNvPr id="29" name="Text Placeholder 17">
            <a:extLst>
              <a:ext uri="{FF2B5EF4-FFF2-40B4-BE49-F238E27FC236}">
                <a16:creationId xmlns:a16="http://schemas.microsoft.com/office/drawing/2014/main" id="{E441E94E-83F5-219B-7CF7-57B0D814F981}"/>
              </a:ext>
            </a:extLst>
          </p:cNvPr>
          <p:cNvSpPr>
            <a:spLocks noGrp="1"/>
          </p:cNvSpPr>
          <p:nvPr>
            <p:ph type="body" sz="quarter" idx="20" hasCustomPrompt="1"/>
          </p:nvPr>
        </p:nvSpPr>
        <p:spPr>
          <a:xfrm>
            <a:off x="5732809" y="2622835"/>
            <a:ext cx="1525463" cy="247354"/>
          </a:xfrm>
          <a:prstGeom prst="rect">
            <a:avLst/>
          </a:prstGeom>
        </p:spPr>
        <p:txBody>
          <a:bodyPr/>
          <a:lstStyle>
            <a:lvl1pPr marL="0" indent="0" algn="l">
              <a:lnSpc>
                <a:spcPct val="100000"/>
              </a:lnSpc>
              <a:spcBef>
                <a:spcPts val="0"/>
              </a:spcBef>
              <a:spcAft>
                <a:spcPts val="600"/>
              </a:spcAft>
              <a:buNone/>
              <a:defRPr sz="1050" b="1">
                <a:solidFill>
                  <a:srgbClr val="032044"/>
                </a:solidFill>
              </a:defRPr>
            </a:lvl1pPr>
          </a:lstStyle>
          <a:p>
            <a:pPr lvl="0"/>
            <a:r>
              <a:rPr lang="en-US" b="1" dirty="0"/>
              <a:t>Statistic 3</a:t>
            </a:r>
            <a:endParaRPr lang="en-US" dirty="0"/>
          </a:p>
        </p:txBody>
      </p:sp>
      <p:sp>
        <p:nvSpPr>
          <p:cNvPr id="30" name="Text Placeholder 19">
            <a:extLst>
              <a:ext uri="{FF2B5EF4-FFF2-40B4-BE49-F238E27FC236}">
                <a16:creationId xmlns:a16="http://schemas.microsoft.com/office/drawing/2014/main" id="{BF8BAA3E-18E1-347E-21E5-5A392A03D20A}"/>
              </a:ext>
            </a:extLst>
          </p:cNvPr>
          <p:cNvSpPr>
            <a:spLocks noGrp="1"/>
          </p:cNvSpPr>
          <p:nvPr>
            <p:ph type="body" sz="quarter" idx="21" hasCustomPrompt="1"/>
          </p:nvPr>
        </p:nvSpPr>
        <p:spPr>
          <a:xfrm>
            <a:off x="5732809" y="2861517"/>
            <a:ext cx="3279349" cy="353572"/>
          </a:xfrm>
          <a:prstGeom prst="rect">
            <a:avLst/>
          </a:prstGeom>
        </p:spPr>
        <p:txBody>
          <a:bodyPr wrap="square">
            <a:noAutofit/>
          </a:bodyPr>
          <a:lstStyle>
            <a:lvl1pPr marL="0" indent="0" algn="l">
              <a:lnSpc>
                <a:spcPct val="100000"/>
              </a:lnSpc>
              <a:spcBef>
                <a:spcPts val="0"/>
              </a:spcBef>
              <a:spcAft>
                <a:spcPts val="600"/>
              </a:spcAft>
              <a:buNone/>
              <a:defRPr sz="1050">
                <a:solidFill>
                  <a:srgbClr val="032044"/>
                </a:solidFill>
              </a:defRPr>
            </a:lvl1pPr>
          </a:lstStyle>
          <a:p>
            <a:pPr lvl="0"/>
            <a:r>
              <a:rPr lang="en-US" dirty="0"/>
              <a:t>Additional copy here. You can use 1-3 lines here.</a:t>
            </a:r>
          </a:p>
        </p:txBody>
      </p:sp>
      <p:sp>
        <p:nvSpPr>
          <p:cNvPr id="31" name="Text Placeholder 15">
            <a:extLst>
              <a:ext uri="{FF2B5EF4-FFF2-40B4-BE49-F238E27FC236}">
                <a16:creationId xmlns:a16="http://schemas.microsoft.com/office/drawing/2014/main" id="{530983CD-DAD6-177D-2F9A-F3EAEDC0512C}"/>
              </a:ext>
            </a:extLst>
          </p:cNvPr>
          <p:cNvSpPr>
            <a:spLocks noGrp="1"/>
          </p:cNvSpPr>
          <p:nvPr>
            <p:ph type="body" sz="quarter" idx="22" hasCustomPrompt="1"/>
          </p:nvPr>
        </p:nvSpPr>
        <p:spPr>
          <a:xfrm>
            <a:off x="5732809" y="3101294"/>
            <a:ext cx="1351519" cy="400110"/>
          </a:xfrm>
          <a:prstGeom prst="rect">
            <a:avLst/>
          </a:prstGeom>
        </p:spPr>
        <p:txBody>
          <a:bodyPr wrap="square">
            <a:spAutoFit/>
          </a:bodyPr>
          <a:lstStyle>
            <a:lvl1pPr marL="0" indent="0" algn="l">
              <a:lnSpc>
                <a:spcPct val="100000"/>
              </a:lnSpc>
              <a:spcBef>
                <a:spcPts val="0"/>
              </a:spcBef>
              <a:spcAft>
                <a:spcPts val="600"/>
              </a:spcAft>
              <a:buNone/>
              <a:defRPr sz="2000" b="1">
                <a:solidFill>
                  <a:schemeClr val="accent1">
                    <a:lumMod val="75000"/>
                  </a:schemeClr>
                </a:solidFill>
                <a:latin typeface="Aptos" panose="020B0004020202020204" pitchFamily="34" charset="0"/>
              </a:defRPr>
            </a:lvl1pPr>
          </a:lstStyle>
          <a:p>
            <a:pPr lvl="0"/>
            <a:r>
              <a:rPr lang="en-US" dirty="0"/>
              <a:t>XXXXX</a:t>
            </a:r>
          </a:p>
        </p:txBody>
      </p:sp>
      <p:sp>
        <p:nvSpPr>
          <p:cNvPr id="32" name="Text Placeholder 17">
            <a:extLst>
              <a:ext uri="{FF2B5EF4-FFF2-40B4-BE49-F238E27FC236}">
                <a16:creationId xmlns:a16="http://schemas.microsoft.com/office/drawing/2014/main" id="{E0C373E3-F168-02E4-F607-970CC2A7EA80}"/>
              </a:ext>
            </a:extLst>
          </p:cNvPr>
          <p:cNvSpPr>
            <a:spLocks noGrp="1"/>
          </p:cNvSpPr>
          <p:nvPr>
            <p:ph type="body" sz="quarter" idx="23" hasCustomPrompt="1"/>
          </p:nvPr>
        </p:nvSpPr>
        <p:spPr>
          <a:xfrm>
            <a:off x="5732809" y="3405245"/>
            <a:ext cx="1525463" cy="247354"/>
          </a:xfrm>
          <a:prstGeom prst="rect">
            <a:avLst/>
          </a:prstGeom>
        </p:spPr>
        <p:txBody>
          <a:bodyPr/>
          <a:lstStyle>
            <a:lvl1pPr marL="0" indent="0" algn="l">
              <a:lnSpc>
                <a:spcPct val="100000"/>
              </a:lnSpc>
              <a:spcBef>
                <a:spcPts val="0"/>
              </a:spcBef>
              <a:spcAft>
                <a:spcPts val="600"/>
              </a:spcAft>
              <a:buNone/>
              <a:defRPr sz="1050" b="1">
                <a:solidFill>
                  <a:srgbClr val="032044"/>
                </a:solidFill>
              </a:defRPr>
            </a:lvl1pPr>
          </a:lstStyle>
          <a:p>
            <a:pPr lvl="0"/>
            <a:r>
              <a:rPr lang="en-US" b="1" dirty="0"/>
              <a:t>Statistic 4</a:t>
            </a:r>
            <a:endParaRPr lang="en-US" dirty="0"/>
          </a:p>
        </p:txBody>
      </p:sp>
      <p:sp>
        <p:nvSpPr>
          <p:cNvPr id="33" name="Text Placeholder 19">
            <a:extLst>
              <a:ext uri="{FF2B5EF4-FFF2-40B4-BE49-F238E27FC236}">
                <a16:creationId xmlns:a16="http://schemas.microsoft.com/office/drawing/2014/main" id="{548F09DA-5AD7-ED21-19EB-801FB01B98FF}"/>
              </a:ext>
            </a:extLst>
          </p:cNvPr>
          <p:cNvSpPr>
            <a:spLocks noGrp="1"/>
          </p:cNvSpPr>
          <p:nvPr>
            <p:ph type="body" sz="quarter" idx="24" hasCustomPrompt="1"/>
          </p:nvPr>
        </p:nvSpPr>
        <p:spPr>
          <a:xfrm>
            <a:off x="5732809" y="3641398"/>
            <a:ext cx="3279349" cy="353572"/>
          </a:xfrm>
          <a:prstGeom prst="rect">
            <a:avLst/>
          </a:prstGeom>
        </p:spPr>
        <p:txBody>
          <a:bodyPr wrap="square">
            <a:noAutofit/>
          </a:bodyPr>
          <a:lstStyle>
            <a:lvl1pPr marL="0" indent="0" algn="l">
              <a:lnSpc>
                <a:spcPct val="100000"/>
              </a:lnSpc>
              <a:spcBef>
                <a:spcPts val="0"/>
              </a:spcBef>
              <a:spcAft>
                <a:spcPts val="600"/>
              </a:spcAft>
              <a:buNone/>
              <a:defRPr sz="1050">
                <a:solidFill>
                  <a:srgbClr val="032044"/>
                </a:solidFill>
              </a:defRPr>
            </a:lvl1pPr>
          </a:lstStyle>
          <a:p>
            <a:pPr lvl="0"/>
            <a:r>
              <a:rPr lang="en-US" dirty="0"/>
              <a:t>Additional copy here. You can use 1-3 lines here.</a:t>
            </a:r>
          </a:p>
        </p:txBody>
      </p:sp>
      <p:pic>
        <p:nvPicPr>
          <p:cNvPr id="4" name="Picture 3">
            <a:extLst>
              <a:ext uri="{FF2B5EF4-FFF2-40B4-BE49-F238E27FC236}">
                <a16:creationId xmlns:a16="http://schemas.microsoft.com/office/drawing/2014/main" id="{EA99387D-88F2-62DE-98BC-081F81196891}"/>
              </a:ext>
            </a:extLst>
          </p:cNvPr>
          <p:cNvPicPr>
            <a:picLocks noChangeAspect="1"/>
          </p:cNvPicPr>
          <p:nvPr userDrawn="1"/>
        </p:nvPicPr>
        <p:blipFill>
          <a:blip r:embed="rId3"/>
          <a:srcRect/>
          <a:stretch/>
        </p:blipFill>
        <p:spPr>
          <a:xfrm>
            <a:off x="7344937" y="4601406"/>
            <a:ext cx="1657783" cy="511928"/>
          </a:xfrm>
          <a:prstGeom prst="rect">
            <a:avLst/>
          </a:prstGeom>
        </p:spPr>
      </p:pic>
    </p:spTree>
    <p:extLst>
      <p:ext uri="{BB962C8B-B14F-4D97-AF65-F5344CB8AC3E}">
        <p14:creationId xmlns:p14="http://schemas.microsoft.com/office/powerpoint/2010/main" val="149887510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ing, Subheading, Statistic 2">
    <p:bg>
      <p:bgPr>
        <a:solidFill>
          <a:srgbClr val="D3430D"/>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822426C1-429F-5686-F707-A925FD85CAC6}"/>
              </a:ext>
            </a:extLst>
          </p:cNvPr>
          <p:cNvPicPr>
            <a:picLocks noChangeAspect="1"/>
          </p:cNvPicPr>
          <p:nvPr userDrawn="1"/>
        </p:nvPicPr>
        <p:blipFill>
          <a:blip r:embed="rId2" cstate="screen">
            <a:alphaModFix amt="17000"/>
            <a:extLst>
              <a:ext uri="{28A0092B-C50C-407E-A947-70E740481C1C}">
                <a14:useLocalDpi xmlns:a14="http://schemas.microsoft.com/office/drawing/2010/main"/>
              </a:ext>
            </a:extLst>
          </a:blip>
          <a:srcRect/>
          <a:stretch/>
        </p:blipFill>
        <p:spPr>
          <a:xfrm>
            <a:off x="0" y="0"/>
            <a:ext cx="5764696" cy="5212080"/>
          </a:xfrm>
          <a:prstGeom prst="rect">
            <a:avLst/>
          </a:prstGeom>
        </p:spPr>
      </p:pic>
      <p:sp>
        <p:nvSpPr>
          <p:cNvPr id="5" name="AutoShape 5">
            <a:extLst>
              <a:ext uri="{FF2B5EF4-FFF2-40B4-BE49-F238E27FC236}">
                <a16:creationId xmlns:a16="http://schemas.microsoft.com/office/drawing/2014/main" id="{191CCB4B-5777-2EE9-4592-80E66115A4DD}"/>
              </a:ext>
            </a:extLst>
          </p:cNvPr>
          <p:cNvSpPr/>
          <p:nvPr userDrawn="1"/>
        </p:nvSpPr>
        <p:spPr>
          <a:xfrm flipV="1">
            <a:off x="689772" y="1257932"/>
            <a:ext cx="4031857" cy="0"/>
          </a:xfrm>
          <a:prstGeom prst="line">
            <a:avLst/>
          </a:prstGeom>
          <a:ln w="25400" cap="flat">
            <a:solidFill>
              <a:srgbClr val="F8F4F1"/>
            </a:solidFill>
            <a:prstDash val="solid"/>
            <a:headEnd type="none" w="sm" len="sm"/>
            <a:tailEnd type="none" w="sm" len="sm"/>
          </a:ln>
        </p:spPr>
        <p:txBody>
          <a:bodyPr/>
          <a:lstStyle/>
          <a:p>
            <a:endParaRPr lang="en-US" sz="1013">
              <a:solidFill>
                <a:schemeClr val="tx2"/>
              </a:solidFill>
            </a:endParaRPr>
          </a:p>
        </p:txBody>
      </p:sp>
      <p:sp>
        <p:nvSpPr>
          <p:cNvPr id="6" name="Rectangle 5">
            <a:extLst>
              <a:ext uri="{FF2B5EF4-FFF2-40B4-BE49-F238E27FC236}">
                <a16:creationId xmlns:a16="http://schemas.microsoft.com/office/drawing/2014/main" id="{FF41FB4D-712A-98F1-51AB-C18EEBC01B81}"/>
              </a:ext>
            </a:extLst>
          </p:cNvPr>
          <p:cNvSpPr/>
          <p:nvPr userDrawn="1"/>
        </p:nvSpPr>
        <p:spPr>
          <a:xfrm>
            <a:off x="5379522" y="0"/>
            <a:ext cx="3764478" cy="4376425"/>
          </a:xfrm>
          <a:prstGeom prst="rect">
            <a:avLst/>
          </a:prstGeom>
          <a:solidFill>
            <a:srgbClr val="F8F4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itle 18">
            <a:extLst>
              <a:ext uri="{FF2B5EF4-FFF2-40B4-BE49-F238E27FC236}">
                <a16:creationId xmlns:a16="http://schemas.microsoft.com/office/drawing/2014/main" id="{C8A6B11B-3502-FB98-3638-8716DB2DDA13}"/>
              </a:ext>
            </a:extLst>
          </p:cNvPr>
          <p:cNvSpPr>
            <a:spLocks noGrp="1"/>
          </p:cNvSpPr>
          <p:nvPr>
            <p:ph type="title" hasCustomPrompt="1"/>
          </p:nvPr>
        </p:nvSpPr>
        <p:spPr>
          <a:xfrm>
            <a:off x="585216" y="420624"/>
            <a:ext cx="6867144" cy="759247"/>
          </a:xfrm>
          <a:prstGeom prst="rect">
            <a:avLst/>
          </a:prstGeom>
        </p:spPr>
        <p:txBody>
          <a:bodyPr anchor="b" anchorCtr="0">
            <a:spAutoFit/>
          </a:bodyPr>
          <a:lstStyle>
            <a:lvl1pPr>
              <a:defRPr sz="2400" b="1">
                <a:solidFill>
                  <a:srgbClr val="F8F4F1"/>
                </a:solidFill>
                <a:latin typeface="Aptos" panose="020B0004020202020204" pitchFamily="34" charset="0"/>
              </a:defRPr>
            </a:lvl1pPr>
          </a:lstStyle>
          <a:p>
            <a:r>
              <a:rPr lang="en-US" dirty="0"/>
              <a:t>This is a heading</a:t>
            </a:r>
            <a:br>
              <a:rPr lang="en-US" dirty="0"/>
            </a:br>
            <a:r>
              <a:rPr lang="en-US" dirty="0"/>
              <a:t>on two lines</a:t>
            </a:r>
          </a:p>
        </p:txBody>
      </p:sp>
      <p:sp>
        <p:nvSpPr>
          <p:cNvPr id="7" name="Text Placeholder 27">
            <a:extLst>
              <a:ext uri="{FF2B5EF4-FFF2-40B4-BE49-F238E27FC236}">
                <a16:creationId xmlns:a16="http://schemas.microsoft.com/office/drawing/2014/main" id="{6337C05D-315D-8A0C-707A-6504BAAE3C4D}"/>
              </a:ext>
            </a:extLst>
          </p:cNvPr>
          <p:cNvSpPr>
            <a:spLocks noGrp="1"/>
          </p:cNvSpPr>
          <p:nvPr>
            <p:ph type="body" sz="quarter" idx="10" hasCustomPrompt="1"/>
          </p:nvPr>
        </p:nvSpPr>
        <p:spPr>
          <a:xfrm>
            <a:off x="585216" y="1399032"/>
            <a:ext cx="5312664" cy="365760"/>
          </a:xfrm>
          <a:prstGeom prst="rect">
            <a:avLst/>
          </a:prstGeom>
        </p:spPr>
        <p:txBody>
          <a:bodyPr anchor="b" anchorCtr="0"/>
          <a:lstStyle>
            <a:lvl1pPr>
              <a:buNone/>
              <a:defRPr sz="1800" b="1" cap="all" baseline="0">
                <a:solidFill>
                  <a:srgbClr val="032044"/>
                </a:solidFill>
              </a:defRPr>
            </a:lvl1pPr>
          </a:lstStyle>
          <a:p>
            <a:pPr lvl="0"/>
            <a:r>
              <a:rPr lang="en-US" dirty="0"/>
              <a:t>Subheading here</a:t>
            </a:r>
          </a:p>
        </p:txBody>
      </p:sp>
      <p:sp>
        <p:nvSpPr>
          <p:cNvPr id="8" name="Text Placeholder 23">
            <a:extLst>
              <a:ext uri="{FF2B5EF4-FFF2-40B4-BE49-F238E27FC236}">
                <a16:creationId xmlns:a16="http://schemas.microsoft.com/office/drawing/2014/main" id="{0FBAE2C3-1FB5-4FFF-CBEA-80E4576A8719}"/>
              </a:ext>
            </a:extLst>
          </p:cNvPr>
          <p:cNvSpPr>
            <a:spLocks noGrp="1"/>
          </p:cNvSpPr>
          <p:nvPr>
            <p:ph type="body" sz="quarter" idx="12" hasCustomPrompt="1"/>
          </p:nvPr>
        </p:nvSpPr>
        <p:spPr>
          <a:xfrm>
            <a:off x="585216" y="1847088"/>
            <a:ext cx="4197096" cy="2157984"/>
          </a:xfrm>
          <a:prstGeom prst="rect">
            <a:avLst/>
          </a:prstGeom>
        </p:spPr>
        <p:txBody>
          <a:bodyPr>
            <a:spAutoFit/>
          </a:bodyPr>
          <a:lstStyle>
            <a:lvl1pPr marL="0" indent="0">
              <a:lnSpc>
                <a:spcPct val="114000"/>
              </a:lnSpc>
              <a:spcBef>
                <a:spcPts val="0"/>
              </a:spcBef>
              <a:spcAft>
                <a:spcPts val="1000"/>
              </a:spcAft>
              <a:buNone/>
              <a:defRPr sz="1600">
                <a:solidFill>
                  <a:srgbClr val="F8F4F1"/>
                </a:solidFill>
              </a:defRPr>
            </a:lvl1pPr>
            <a:lvl2pPr marL="292608">
              <a:lnSpc>
                <a:spcPct val="114000"/>
              </a:lnSpc>
              <a:spcBef>
                <a:spcPts val="0"/>
              </a:spcBef>
              <a:spcAft>
                <a:spcPts val="1000"/>
              </a:spcAft>
              <a:defRPr sz="1600">
                <a:solidFill>
                  <a:srgbClr val="F8F4F1"/>
                </a:solidFill>
              </a:defRPr>
            </a:lvl2pPr>
          </a:lstStyle>
          <a:p>
            <a:pPr lvl="0"/>
            <a:r>
              <a:rPr lang="en-US" dirty="0"/>
              <a:t>A write-up follows the heading. Keep the most important information on the slide. Toss the rest in the speaker notes.</a:t>
            </a:r>
          </a:p>
          <a:p>
            <a:pPr lvl="1"/>
            <a:r>
              <a:rPr lang="en-US" dirty="0"/>
              <a:t>Bullet</a:t>
            </a:r>
          </a:p>
          <a:p>
            <a:pPr lvl="1"/>
            <a:r>
              <a:rPr lang="en-US" dirty="0"/>
              <a:t>Bullet</a:t>
            </a:r>
          </a:p>
          <a:p>
            <a:pPr lvl="1"/>
            <a:r>
              <a:rPr lang="en-US" dirty="0"/>
              <a:t>Bullet</a:t>
            </a:r>
          </a:p>
        </p:txBody>
      </p:sp>
      <p:sp>
        <p:nvSpPr>
          <p:cNvPr id="9" name="Text Placeholder 15">
            <a:extLst>
              <a:ext uri="{FF2B5EF4-FFF2-40B4-BE49-F238E27FC236}">
                <a16:creationId xmlns:a16="http://schemas.microsoft.com/office/drawing/2014/main" id="{498A3FF6-6E06-1F3B-0762-77B085A25B62}"/>
              </a:ext>
            </a:extLst>
          </p:cNvPr>
          <p:cNvSpPr>
            <a:spLocks noGrp="1"/>
          </p:cNvSpPr>
          <p:nvPr>
            <p:ph type="body" sz="quarter" idx="13" hasCustomPrompt="1"/>
          </p:nvPr>
        </p:nvSpPr>
        <p:spPr>
          <a:xfrm>
            <a:off x="5732809" y="767968"/>
            <a:ext cx="1351519" cy="400110"/>
          </a:xfrm>
          <a:prstGeom prst="rect">
            <a:avLst/>
          </a:prstGeom>
        </p:spPr>
        <p:txBody>
          <a:bodyPr wrap="square">
            <a:spAutoFit/>
          </a:bodyPr>
          <a:lstStyle>
            <a:lvl1pPr marL="0" indent="0" algn="l">
              <a:lnSpc>
                <a:spcPct val="100000"/>
              </a:lnSpc>
              <a:spcBef>
                <a:spcPts val="0"/>
              </a:spcBef>
              <a:spcAft>
                <a:spcPts val="600"/>
              </a:spcAft>
              <a:buNone/>
              <a:defRPr sz="2000" b="1">
                <a:solidFill>
                  <a:schemeClr val="accent1">
                    <a:lumMod val="75000"/>
                  </a:schemeClr>
                </a:solidFill>
                <a:latin typeface="Aptos" panose="020B0004020202020204" pitchFamily="34" charset="0"/>
              </a:defRPr>
            </a:lvl1pPr>
          </a:lstStyle>
          <a:p>
            <a:pPr lvl="0"/>
            <a:r>
              <a:rPr lang="en-US" dirty="0"/>
              <a:t>XXXXX</a:t>
            </a:r>
          </a:p>
        </p:txBody>
      </p:sp>
      <p:sp>
        <p:nvSpPr>
          <p:cNvPr id="10" name="Text Placeholder 17">
            <a:extLst>
              <a:ext uri="{FF2B5EF4-FFF2-40B4-BE49-F238E27FC236}">
                <a16:creationId xmlns:a16="http://schemas.microsoft.com/office/drawing/2014/main" id="{6479AB47-40DB-9AD2-B57C-DFBD48C3745E}"/>
              </a:ext>
            </a:extLst>
          </p:cNvPr>
          <p:cNvSpPr>
            <a:spLocks noGrp="1"/>
          </p:cNvSpPr>
          <p:nvPr>
            <p:ph type="body" sz="quarter" idx="14" hasCustomPrompt="1"/>
          </p:nvPr>
        </p:nvSpPr>
        <p:spPr>
          <a:xfrm>
            <a:off x="5732809" y="1081129"/>
            <a:ext cx="1525463" cy="247354"/>
          </a:xfrm>
          <a:prstGeom prst="rect">
            <a:avLst/>
          </a:prstGeom>
        </p:spPr>
        <p:txBody>
          <a:bodyPr/>
          <a:lstStyle>
            <a:lvl1pPr marL="0" indent="0" algn="l">
              <a:lnSpc>
                <a:spcPct val="100000"/>
              </a:lnSpc>
              <a:spcBef>
                <a:spcPts val="0"/>
              </a:spcBef>
              <a:spcAft>
                <a:spcPts val="600"/>
              </a:spcAft>
              <a:buNone/>
              <a:defRPr sz="1050" b="1">
                <a:solidFill>
                  <a:srgbClr val="032044"/>
                </a:solidFill>
              </a:defRPr>
            </a:lvl1pPr>
          </a:lstStyle>
          <a:p>
            <a:pPr lvl="0"/>
            <a:r>
              <a:rPr lang="en-US" b="1" dirty="0"/>
              <a:t>Statistic 1</a:t>
            </a:r>
            <a:endParaRPr lang="en-US" dirty="0"/>
          </a:p>
        </p:txBody>
      </p:sp>
      <p:sp>
        <p:nvSpPr>
          <p:cNvPr id="11" name="Text Placeholder 19">
            <a:extLst>
              <a:ext uri="{FF2B5EF4-FFF2-40B4-BE49-F238E27FC236}">
                <a16:creationId xmlns:a16="http://schemas.microsoft.com/office/drawing/2014/main" id="{AF2D8937-FFC5-49EA-6FFE-6EA76E11EB96}"/>
              </a:ext>
            </a:extLst>
          </p:cNvPr>
          <p:cNvSpPr>
            <a:spLocks noGrp="1"/>
          </p:cNvSpPr>
          <p:nvPr>
            <p:ph type="body" sz="quarter" idx="15" hasCustomPrompt="1"/>
          </p:nvPr>
        </p:nvSpPr>
        <p:spPr>
          <a:xfrm>
            <a:off x="5732809" y="1304453"/>
            <a:ext cx="3279349" cy="353572"/>
          </a:xfrm>
          <a:prstGeom prst="rect">
            <a:avLst/>
          </a:prstGeom>
        </p:spPr>
        <p:txBody>
          <a:bodyPr wrap="square">
            <a:noAutofit/>
          </a:bodyPr>
          <a:lstStyle>
            <a:lvl1pPr marL="0" indent="0" algn="l">
              <a:lnSpc>
                <a:spcPct val="100000"/>
              </a:lnSpc>
              <a:spcBef>
                <a:spcPts val="0"/>
              </a:spcBef>
              <a:spcAft>
                <a:spcPts val="600"/>
              </a:spcAft>
              <a:buNone/>
              <a:defRPr sz="1050">
                <a:solidFill>
                  <a:srgbClr val="032044"/>
                </a:solidFill>
              </a:defRPr>
            </a:lvl1pPr>
          </a:lstStyle>
          <a:p>
            <a:pPr lvl="0"/>
            <a:r>
              <a:rPr lang="en-US" dirty="0"/>
              <a:t>Additional copy here. You can use 1-3 lines here.</a:t>
            </a:r>
          </a:p>
        </p:txBody>
      </p:sp>
      <p:sp>
        <p:nvSpPr>
          <p:cNvPr id="12" name="Text Placeholder 15">
            <a:extLst>
              <a:ext uri="{FF2B5EF4-FFF2-40B4-BE49-F238E27FC236}">
                <a16:creationId xmlns:a16="http://schemas.microsoft.com/office/drawing/2014/main" id="{0F82A216-A504-34F2-0F1F-38B0A76842F0}"/>
              </a:ext>
            </a:extLst>
          </p:cNvPr>
          <p:cNvSpPr>
            <a:spLocks noGrp="1"/>
          </p:cNvSpPr>
          <p:nvPr>
            <p:ph type="body" sz="quarter" idx="16" hasCustomPrompt="1"/>
          </p:nvPr>
        </p:nvSpPr>
        <p:spPr>
          <a:xfrm>
            <a:off x="5732809" y="1546255"/>
            <a:ext cx="1351519" cy="400110"/>
          </a:xfrm>
          <a:prstGeom prst="rect">
            <a:avLst/>
          </a:prstGeom>
        </p:spPr>
        <p:txBody>
          <a:bodyPr wrap="square">
            <a:spAutoFit/>
          </a:bodyPr>
          <a:lstStyle>
            <a:lvl1pPr marL="0" indent="0" algn="l">
              <a:lnSpc>
                <a:spcPct val="100000"/>
              </a:lnSpc>
              <a:spcBef>
                <a:spcPts val="0"/>
              </a:spcBef>
              <a:spcAft>
                <a:spcPts val="600"/>
              </a:spcAft>
              <a:buNone/>
              <a:defRPr sz="2000" b="1">
                <a:solidFill>
                  <a:schemeClr val="accent1">
                    <a:lumMod val="75000"/>
                  </a:schemeClr>
                </a:solidFill>
                <a:latin typeface="Aptos" panose="020B0004020202020204" pitchFamily="34" charset="0"/>
              </a:defRPr>
            </a:lvl1pPr>
          </a:lstStyle>
          <a:p>
            <a:pPr lvl="0"/>
            <a:r>
              <a:rPr lang="en-US" dirty="0"/>
              <a:t>XXXXX</a:t>
            </a:r>
          </a:p>
        </p:txBody>
      </p:sp>
      <p:sp>
        <p:nvSpPr>
          <p:cNvPr id="13" name="Text Placeholder 17">
            <a:extLst>
              <a:ext uri="{FF2B5EF4-FFF2-40B4-BE49-F238E27FC236}">
                <a16:creationId xmlns:a16="http://schemas.microsoft.com/office/drawing/2014/main" id="{ECE28D85-965A-8E8C-AE4E-C6E2136491CE}"/>
              </a:ext>
            </a:extLst>
          </p:cNvPr>
          <p:cNvSpPr>
            <a:spLocks noGrp="1"/>
          </p:cNvSpPr>
          <p:nvPr>
            <p:ph type="body" sz="quarter" idx="17" hasCustomPrompt="1"/>
          </p:nvPr>
        </p:nvSpPr>
        <p:spPr>
          <a:xfrm>
            <a:off x="5732809" y="1847088"/>
            <a:ext cx="1525463" cy="247354"/>
          </a:xfrm>
          <a:prstGeom prst="rect">
            <a:avLst/>
          </a:prstGeom>
        </p:spPr>
        <p:txBody>
          <a:bodyPr/>
          <a:lstStyle>
            <a:lvl1pPr marL="0" indent="0" algn="l">
              <a:lnSpc>
                <a:spcPct val="100000"/>
              </a:lnSpc>
              <a:spcBef>
                <a:spcPts val="0"/>
              </a:spcBef>
              <a:spcAft>
                <a:spcPts val="600"/>
              </a:spcAft>
              <a:buNone/>
              <a:defRPr sz="1050" b="1">
                <a:solidFill>
                  <a:srgbClr val="032044"/>
                </a:solidFill>
              </a:defRPr>
            </a:lvl1pPr>
          </a:lstStyle>
          <a:p>
            <a:pPr lvl="0"/>
            <a:r>
              <a:rPr lang="en-US" b="1" dirty="0"/>
              <a:t>Statistic 2</a:t>
            </a:r>
            <a:endParaRPr lang="en-US" dirty="0"/>
          </a:p>
        </p:txBody>
      </p:sp>
      <p:sp>
        <p:nvSpPr>
          <p:cNvPr id="14" name="Text Placeholder 19">
            <a:extLst>
              <a:ext uri="{FF2B5EF4-FFF2-40B4-BE49-F238E27FC236}">
                <a16:creationId xmlns:a16="http://schemas.microsoft.com/office/drawing/2014/main" id="{F8BD7BAD-296C-5572-6D9B-72FA5FCFCCC4}"/>
              </a:ext>
            </a:extLst>
          </p:cNvPr>
          <p:cNvSpPr>
            <a:spLocks noGrp="1"/>
          </p:cNvSpPr>
          <p:nvPr>
            <p:ph type="body" sz="quarter" idx="18" hasCustomPrompt="1"/>
          </p:nvPr>
        </p:nvSpPr>
        <p:spPr>
          <a:xfrm>
            <a:off x="5732809" y="2087321"/>
            <a:ext cx="3279349" cy="353572"/>
          </a:xfrm>
          <a:prstGeom prst="rect">
            <a:avLst/>
          </a:prstGeom>
        </p:spPr>
        <p:txBody>
          <a:bodyPr wrap="square">
            <a:noAutofit/>
          </a:bodyPr>
          <a:lstStyle>
            <a:lvl1pPr marL="0" indent="0" algn="l">
              <a:lnSpc>
                <a:spcPct val="100000"/>
              </a:lnSpc>
              <a:spcBef>
                <a:spcPts val="0"/>
              </a:spcBef>
              <a:spcAft>
                <a:spcPts val="600"/>
              </a:spcAft>
              <a:buNone/>
              <a:defRPr sz="1050">
                <a:solidFill>
                  <a:srgbClr val="032044"/>
                </a:solidFill>
              </a:defRPr>
            </a:lvl1pPr>
          </a:lstStyle>
          <a:p>
            <a:pPr lvl="0"/>
            <a:r>
              <a:rPr lang="en-US" dirty="0"/>
              <a:t>Additional copy here. You can use 1-3 lines here.</a:t>
            </a:r>
          </a:p>
        </p:txBody>
      </p:sp>
      <p:sp>
        <p:nvSpPr>
          <p:cNvPr id="16" name="Text Placeholder 15">
            <a:extLst>
              <a:ext uri="{FF2B5EF4-FFF2-40B4-BE49-F238E27FC236}">
                <a16:creationId xmlns:a16="http://schemas.microsoft.com/office/drawing/2014/main" id="{DE459E49-01C3-AC82-6B90-141E18F5472E}"/>
              </a:ext>
            </a:extLst>
          </p:cNvPr>
          <p:cNvSpPr>
            <a:spLocks noGrp="1"/>
          </p:cNvSpPr>
          <p:nvPr>
            <p:ph type="body" sz="quarter" idx="19" hasCustomPrompt="1"/>
          </p:nvPr>
        </p:nvSpPr>
        <p:spPr>
          <a:xfrm>
            <a:off x="5732809" y="2320571"/>
            <a:ext cx="1351519" cy="400110"/>
          </a:xfrm>
          <a:prstGeom prst="rect">
            <a:avLst/>
          </a:prstGeom>
        </p:spPr>
        <p:txBody>
          <a:bodyPr wrap="square">
            <a:spAutoFit/>
          </a:bodyPr>
          <a:lstStyle>
            <a:lvl1pPr marL="0" indent="0" algn="l">
              <a:lnSpc>
                <a:spcPct val="100000"/>
              </a:lnSpc>
              <a:spcBef>
                <a:spcPts val="0"/>
              </a:spcBef>
              <a:spcAft>
                <a:spcPts val="600"/>
              </a:spcAft>
              <a:buNone/>
              <a:defRPr sz="2000" b="1">
                <a:solidFill>
                  <a:schemeClr val="accent1">
                    <a:lumMod val="75000"/>
                  </a:schemeClr>
                </a:solidFill>
                <a:latin typeface="Aptos" panose="020B0004020202020204" pitchFamily="34" charset="0"/>
              </a:defRPr>
            </a:lvl1pPr>
          </a:lstStyle>
          <a:p>
            <a:pPr lvl="0"/>
            <a:r>
              <a:rPr lang="en-US" dirty="0"/>
              <a:t>XXXXX</a:t>
            </a:r>
          </a:p>
        </p:txBody>
      </p:sp>
      <p:sp>
        <p:nvSpPr>
          <p:cNvPr id="17" name="Text Placeholder 17">
            <a:extLst>
              <a:ext uri="{FF2B5EF4-FFF2-40B4-BE49-F238E27FC236}">
                <a16:creationId xmlns:a16="http://schemas.microsoft.com/office/drawing/2014/main" id="{F78ADF9D-8646-8659-51C6-F238B97F27B2}"/>
              </a:ext>
            </a:extLst>
          </p:cNvPr>
          <p:cNvSpPr>
            <a:spLocks noGrp="1"/>
          </p:cNvSpPr>
          <p:nvPr>
            <p:ph type="body" sz="quarter" idx="20" hasCustomPrompt="1"/>
          </p:nvPr>
        </p:nvSpPr>
        <p:spPr>
          <a:xfrm>
            <a:off x="5732809" y="2622835"/>
            <a:ext cx="1525463" cy="247354"/>
          </a:xfrm>
          <a:prstGeom prst="rect">
            <a:avLst/>
          </a:prstGeom>
        </p:spPr>
        <p:txBody>
          <a:bodyPr/>
          <a:lstStyle>
            <a:lvl1pPr marL="0" indent="0" algn="l">
              <a:lnSpc>
                <a:spcPct val="100000"/>
              </a:lnSpc>
              <a:spcBef>
                <a:spcPts val="0"/>
              </a:spcBef>
              <a:spcAft>
                <a:spcPts val="600"/>
              </a:spcAft>
              <a:buNone/>
              <a:defRPr sz="1050" b="1">
                <a:solidFill>
                  <a:srgbClr val="032044"/>
                </a:solidFill>
              </a:defRPr>
            </a:lvl1pPr>
          </a:lstStyle>
          <a:p>
            <a:pPr lvl="0"/>
            <a:r>
              <a:rPr lang="en-US" b="1" dirty="0"/>
              <a:t>Statistic 3</a:t>
            </a:r>
            <a:endParaRPr lang="en-US" dirty="0"/>
          </a:p>
        </p:txBody>
      </p:sp>
      <p:sp>
        <p:nvSpPr>
          <p:cNvPr id="18" name="Text Placeholder 19">
            <a:extLst>
              <a:ext uri="{FF2B5EF4-FFF2-40B4-BE49-F238E27FC236}">
                <a16:creationId xmlns:a16="http://schemas.microsoft.com/office/drawing/2014/main" id="{9E423698-E062-5CCA-2325-E4A5D27F8F0D}"/>
              </a:ext>
            </a:extLst>
          </p:cNvPr>
          <p:cNvSpPr>
            <a:spLocks noGrp="1"/>
          </p:cNvSpPr>
          <p:nvPr>
            <p:ph type="body" sz="quarter" idx="21" hasCustomPrompt="1"/>
          </p:nvPr>
        </p:nvSpPr>
        <p:spPr>
          <a:xfrm>
            <a:off x="5732809" y="2861517"/>
            <a:ext cx="3279349" cy="353572"/>
          </a:xfrm>
          <a:prstGeom prst="rect">
            <a:avLst/>
          </a:prstGeom>
        </p:spPr>
        <p:txBody>
          <a:bodyPr wrap="square">
            <a:noAutofit/>
          </a:bodyPr>
          <a:lstStyle>
            <a:lvl1pPr marL="0" indent="0" algn="l">
              <a:lnSpc>
                <a:spcPct val="100000"/>
              </a:lnSpc>
              <a:spcBef>
                <a:spcPts val="0"/>
              </a:spcBef>
              <a:spcAft>
                <a:spcPts val="600"/>
              </a:spcAft>
              <a:buNone/>
              <a:defRPr sz="1050">
                <a:solidFill>
                  <a:srgbClr val="032044"/>
                </a:solidFill>
              </a:defRPr>
            </a:lvl1pPr>
          </a:lstStyle>
          <a:p>
            <a:pPr lvl="0"/>
            <a:r>
              <a:rPr lang="en-US" dirty="0"/>
              <a:t>Additional copy here. You can use 1-3 lines here.</a:t>
            </a:r>
          </a:p>
        </p:txBody>
      </p:sp>
      <p:sp>
        <p:nvSpPr>
          <p:cNvPr id="19" name="Text Placeholder 15">
            <a:extLst>
              <a:ext uri="{FF2B5EF4-FFF2-40B4-BE49-F238E27FC236}">
                <a16:creationId xmlns:a16="http://schemas.microsoft.com/office/drawing/2014/main" id="{BACCD77E-E2FE-18BF-C455-3AE8E9E68409}"/>
              </a:ext>
            </a:extLst>
          </p:cNvPr>
          <p:cNvSpPr>
            <a:spLocks noGrp="1"/>
          </p:cNvSpPr>
          <p:nvPr>
            <p:ph type="body" sz="quarter" idx="22" hasCustomPrompt="1"/>
          </p:nvPr>
        </p:nvSpPr>
        <p:spPr>
          <a:xfrm>
            <a:off x="5732809" y="3101294"/>
            <a:ext cx="1351519" cy="400110"/>
          </a:xfrm>
          <a:prstGeom prst="rect">
            <a:avLst/>
          </a:prstGeom>
        </p:spPr>
        <p:txBody>
          <a:bodyPr wrap="square">
            <a:spAutoFit/>
          </a:bodyPr>
          <a:lstStyle>
            <a:lvl1pPr marL="0" indent="0" algn="l">
              <a:lnSpc>
                <a:spcPct val="100000"/>
              </a:lnSpc>
              <a:spcBef>
                <a:spcPts val="0"/>
              </a:spcBef>
              <a:spcAft>
                <a:spcPts val="600"/>
              </a:spcAft>
              <a:buNone/>
              <a:defRPr sz="2000" b="1">
                <a:solidFill>
                  <a:schemeClr val="accent1">
                    <a:lumMod val="75000"/>
                  </a:schemeClr>
                </a:solidFill>
                <a:latin typeface="Aptos" panose="020B0004020202020204" pitchFamily="34" charset="0"/>
              </a:defRPr>
            </a:lvl1pPr>
          </a:lstStyle>
          <a:p>
            <a:pPr lvl="0"/>
            <a:r>
              <a:rPr lang="en-US" dirty="0"/>
              <a:t>XXXXX</a:t>
            </a:r>
          </a:p>
        </p:txBody>
      </p:sp>
      <p:sp>
        <p:nvSpPr>
          <p:cNvPr id="20" name="Text Placeholder 17">
            <a:extLst>
              <a:ext uri="{FF2B5EF4-FFF2-40B4-BE49-F238E27FC236}">
                <a16:creationId xmlns:a16="http://schemas.microsoft.com/office/drawing/2014/main" id="{B9C49BBD-F040-D362-7E7D-FDC7F066FA49}"/>
              </a:ext>
            </a:extLst>
          </p:cNvPr>
          <p:cNvSpPr>
            <a:spLocks noGrp="1"/>
          </p:cNvSpPr>
          <p:nvPr>
            <p:ph type="body" sz="quarter" idx="23" hasCustomPrompt="1"/>
          </p:nvPr>
        </p:nvSpPr>
        <p:spPr>
          <a:xfrm>
            <a:off x="5732809" y="3405245"/>
            <a:ext cx="1525463" cy="247354"/>
          </a:xfrm>
          <a:prstGeom prst="rect">
            <a:avLst/>
          </a:prstGeom>
        </p:spPr>
        <p:txBody>
          <a:bodyPr/>
          <a:lstStyle>
            <a:lvl1pPr marL="0" indent="0" algn="l">
              <a:lnSpc>
                <a:spcPct val="100000"/>
              </a:lnSpc>
              <a:spcBef>
                <a:spcPts val="0"/>
              </a:spcBef>
              <a:spcAft>
                <a:spcPts val="600"/>
              </a:spcAft>
              <a:buNone/>
              <a:defRPr sz="1050" b="1">
                <a:solidFill>
                  <a:srgbClr val="032044"/>
                </a:solidFill>
              </a:defRPr>
            </a:lvl1pPr>
          </a:lstStyle>
          <a:p>
            <a:pPr lvl="0"/>
            <a:r>
              <a:rPr lang="en-US" b="1" dirty="0"/>
              <a:t>Statistic 4</a:t>
            </a:r>
            <a:endParaRPr lang="en-US" dirty="0"/>
          </a:p>
        </p:txBody>
      </p:sp>
      <p:sp>
        <p:nvSpPr>
          <p:cNvPr id="21" name="Text Placeholder 19">
            <a:extLst>
              <a:ext uri="{FF2B5EF4-FFF2-40B4-BE49-F238E27FC236}">
                <a16:creationId xmlns:a16="http://schemas.microsoft.com/office/drawing/2014/main" id="{0701A27C-E406-ADA0-60EE-56BA22725E39}"/>
              </a:ext>
            </a:extLst>
          </p:cNvPr>
          <p:cNvSpPr>
            <a:spLocks noGrp="1"/>
          </p:cNvSpPr>
          <p:nvPr>
            <p:ph type="body" sz="quarter" idx="24" hasCustomPrompt="1"/>
          </p:nvPr>
        </p:nvSpPr>
        <p:spPr>
          <a:xfrm>
            <a:off x="5732809" y="3641398"/>
            <a:ext cx="3279349" cy="353572"/>
          </a:xfrm>
          <a:prstGeom prst="rect">
            <a:avLst/>
          </a:prstGeom>
        </p:spPr>
        <p:txBody>
          <a:bodyPr wrap="square">
            <a:noAutofit/>
          </a:bodyPr>
          <a:lstStyle>
            <a:lvl1pPr marL="0" indent="0" algn="l">
              <a:lnSpc>
                <a:spcPct val="100000"/>
              </a:lnSpc>
              <a:spcBef>
                <a:spcPts val="0"/>
              </a:spcBef>
              <a:spcAft>
                <a:spcPts val="600"/>
              </a:spcAft>
              <a:buNone/>
              <a:defRPr sz="1050">
                <a:solidFill>
                  <a:srgbClr val="032044"/>
                </a:solidFill>
              </a:defRPr>
            </a:lvl1pPr>
          </a:lstStyle>
          <a:p>
            <a:pPr lvl="0"/>
            <a:r>
              <a:rPr lang="en-US" dirty="0"/>
              <a:t>Additional copy here. You can use 1-3 lines here.</a:t>
            </a:r>
          </a:p>
        </p:txBody>
      </p:sp>
      <p:pic>
        <p:nvPicPr>
          <p:cNvPr id="3" name="Picture 2">
            <a:extLst>
              <a:ext uri="{FF2B5EF4-FFF2-40B4-BE49-F238E27FC236}">
                <a16:creationId xmlns:a16="http://schemas.microsoft.com/office/drawing/2014/main" id="{848A20DE-8185-E338-585D-1FB6781F70D5}"/>
              </a:ext>
            </a:extLst>
          </p:cNvPr>
          <p:cNvPicPr>
            <a:picLocks noChangeAspect="1"/>
          </p:cNvPicPr>
          <p:nvPr userDrawn="1"/>
        </p:nvPicPr>
        <p:blipFill>
          <a:blip r:embed="rId3"/>
          <a:srcRect/>
          <a:stretch/>
        </p:blipFill>
        <p:spPr>
          <a:xfrm>
            <a:off x="7348791" y="4601406"/>
            <a:ext cx="1650074" cy="511928"/>
          </a:xfrm>
          <a:prstGeom prst="rect">
            <a:avLst/>
          </a:prstGeom>
        </p:spPr>
      </p:pic>
    </p:spTree>
    <p:extLst>
      <p:ext uri="{BB962C8B-B14F-4D97-AF65-F5344CB8AC3E}">
        <p14:creationId xmlns:p14="http://schemas.microsoft.com/office/powerpoint/2010/main" val="2093517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Heading, Subheading, Statistic 3">
    <p:bg>
      <p:bgPr>
        <a:solidFill>
          <a:srgbClr val="F8F4F1"/>
        </a:solidFill>
        <a:effectLst/>
      </p:bgPr>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3B907A1-A2ED-9071-B502-7F5A95C5004E}"/>
              </a:ext>
            </a:extLst>
          </p:cNvPr>
          <p:cNvPicPr>
            <a:picLocks noChangeAspect="1"/>
          </p:cNvPicPr>
          <p:nvPr userDrawn="1"/>
        </p:nvPicPr>
        <p:blipFill>
          <a:blip r:embed="rId2" cstate="screen">
            <a:alphaModFix amt="23000"/>
            <a:extLst>
              <a:ext uri="{28A0092B-C50C-407E-A947-70E740481C1C}">
                <a14:useLocalDpi xmlns:a14="http://schemas.microsoft.com/office/drawing/2010/main"/>
              </a:ext>
            </a:extLst>
          </a:blip>
          <a:srcRect/>
          <a:stretch/>
        </p:blipFill>
        <p:spPr>
          <a:xfrm>
            <a:off x="0" y="0"/>
            <a:ext cx="5764696" cy="5212080"/>
          </a:xfrm>
          <a:prstGeom prst="rect">
            <a:avLst/>
          </a:prstGeom>
        </p:spPr>
      </p:pic>
      <p:sp>
        <p:nvSpPr>
          <p:cNvPr id="5" name="AutoShape 5">
            <a:extLst>
              <a:ext uri="{FF2B5EF4-FFF2-40B4-BE49-F238E27FC236}">
                <a16:creationId xmlns:a16="http://schemas.microsoft.com/office/drawing/2014/main" id="{3A7D9C26-41ED-988D-FE57-7DD43321D672}"/>
              </a:ext>
            </a:extLst>
          </p:cNvPr>
          <p:cNvSpPr/>
          <p:nvPr userDrawn="1"/>
        </p:nvSpPr>
        <p:spPr>
          <a:xfrm flipV="1">
            <a:off x="689772" y="1257932"/>
            <a:ext cx="4031857" cy="0"/>
          </a:xfrm>
          <a:prstGeom prst="line">
            <a:avLst/>
          </a:prstGeom>
          <a:ln w="25400" cap="flat">
            <a:solidFill>
              <a:srgbClr val="032044"/>
            </a:solidFill>
            <a:prstDash val="solid"/>
            <a:headEnd type="none" w="sm" len="sm"/>
            <a:tailEnd type="none" w="sm" len="sm"/>
          </a:ln>
        </p:spPr>
        <p:txBody>
          <a:bodyPr/>
          <a:lstStyle/>
          <a:p>
            <a:endParaRPr lang="en-US" sz="1013">
              <a:solidFill>
                <a:schemeClr val="tx2"/>
              </a:solidFill>
            </a:endParaRPr>
          </a:p>
        </p:txBody>
      </p:sp>
      <p:sp>
        <p:nvSpPr>
          <p:cNvPr id="6" name="Rectangle 5">
            <a:extLst>
              <a:ext uri="{FF2B5EF4-FFF2-40B4-BE49-F238E27FC236}">
                <a16:creationId xmlns:a16="http://schemas.microsoft.com/office/drawing/2014/main" id="{6AD7BE59-0468-F464-9794-6BB9D85D083E}"/>
              </a:ext>
            </a:extLst>
          </p:cNvPr>
          <p:cNvSpPr/>
          <p:nvPr userDrawn="1"/>
        </p:nvSpPr>
        <p:spPr>
          <a:xfrm>
            <a:off x="5379522" y="0"/>
            <a:ext cx="3764478" cy="4376425"/>
          </a:xfrm>
          <a:prstGeom prst="rect">
            <a:avLst/>
          </a:prstGeom>
          <a:solidFill>
            <a:srgbClr val="0320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8">
            <a:extLst>
              <a:ext uri="{FF2B5EF4-FFF2-40B4-BE49-F238E27FC236}">
                <a16:creationId xmlns:a16="http://schemas.microsoft.com/office/drawing/2014/main" id="{9F6A2F24-F232-97B4-13CD-5706BE15B3B9}"/>
              </a:ext>
            </a:extLst>
          </p:cNvPr>
          <p:cNvSpPr>
            <a:spLocks noGrp="1"/>
          </p:cNvSpPr>
          <p:nvPr>
            <p:ph type="title" hasCustomPrompt="1"/>
          </p:nvPr>
        </p:nvSpPr>
        <p:spPr>
          <a:xfrm>
            <a:off x="585216" y="420624"/>
            <a:ext cx="6867144" cy="759247"/>
          </a:xfrm>
          <a:prstGeom prst="rect">
            <a:avLst/>
          </a:prstGeom>
        </p:spPr>
        <p:txBody>
          <a:bodyPr anchor="b" anchorCtr="0">
            <a:spAutoFit/>
          </a:bodyPr>
          <a:lstStyle>
            <a:lvl1pPr>
              <a:defRPr sz="2400" b="1">
                <a:solidFill>
                  <a:srgbClr val="032044"/>
                </a:solidFill>
                <a:latin typeface="Aptos" panose="020B0004020202020204" pitchFamily="34" charset="0"/>
              </a:defRPr>
            </a:lvl1pPr>
          </a:lstStyle>
          <a:p>
            <a:r>
              <a:rPr lang="en-US" dirty="0"/>
              <a:t>This is a heading</a:t>
            </a:r>
            <a:br>
              <a:rPr lang="en-US" dirty="0"/>
            </a:br>
            <a:r>
              <a:rPr lang="en-US" dirty="0"/>
              <a:t>on two lines</a:t>
            </a:r>
          </a:p>
        </p:txBody>
      </p:sp>
      <p:sp>
        <p:nvSpPr>
          <p:cNvPr id="7" name="Text Placeholder 27">
            <a:extLst>
              <a:ext uri="{FF2B5EF4-FFF2-40B4-BE49-F238E27FC236}">
                <a16:creationId xmlns:a16="http://schemas.microsoft.com/office/drawing/2014/main" id="{77FF66FF-B855-B251-8105-C558B30FC019}"/>
              </a:ext>
            </a:extLst>
          </p:cNvPr>
          <p:cNvSpPr>
            <a:spLocks noGrp="1"/>
          </p:cNvSpPr>
          <p:nvPr>
            <p:ph type="body" sz="quarter" idx="10" hasCustomPrompt="1"/>
          </p:nvPr>
        </p:nvSpPr>
        <p:spPr>
          <a:xfrm>
            <a:off x="585216" y="1399032"/>
            <a:ext cx="5312664" cy="365760"/>
          </a:xfrm>
          <a:prstGeom prst="rect">
            <a:avLst/>
          </a:prstGeom>
        </p:spPr>
        <p:txBody>
          <a:bodyPr anchor="b" anchorCtr="0"/>
          <a:lstStyle>
            <a:lvl1pPr>
              <a:buNone/>
              <a:defRPr sz="1800" b="1" cap="all" baseline="0">
                <a:solidFill>
                  <a:schemeClr val="accent1">
                    <a:lumMod val="75000"/>
                  </a:schemeClr>
                </a:solidFill>
              </a:defRPr>
            </a:lvl1pPr>
          </a:lstStyle>
          <a:p>
            <a:pPr lvl="0"/>
            <a:r>
              <a:rPr lang="en-US" dirty="0"/>
              <a:t>Subheading here</a:t>
            </a:r>
          </a:p>
        </p:txBody>
      </p:sp>
      <p:sp>
        <p:nvSpPr>
          <p:cNvPr id="8" name="Text Placeholder 23">
            <a:extLst>
              <a:ext uri="{FF2B5EF4-FFF2-40B4-BE49-F238E27FC236}">
                <a16:creationId xmlns:a16="http://schemas.microsoft.com/office/drawing/2014/main" id="{49C72157-E53C-DC82-48B6-4B0231B29F36}"/>
              </a:ext>
            </a:extLst>
          </p:cNvPr>
          <p:cNvSpPr>
            <a:spLocks noGrp="1"/>
          </p:cNvSpPr>
          <p:nvPr>
            <p:ph type="body" sz="quarter" idx="12" hasCustomPrompt="1"/>
          </p:nvPr>
        </p:nvSpPr>
        <p:spPr>
          <a:xfrm>
            <a:off x="585216" y="1847088"/>
            <a:ext cx="4197096" cy="2157984"/>
          </a:xfrm>
          <a:prstGeom prst="rect">
            <a:avLst/>
          </a:prstGeom>
        </p:spPr>
        <p:txBody>
          <a:bodyPr>
            <a:spAutoFit/>
          </a:bodyPr>
          <a:lstStyle>
            <a:lvl1pPr marL="0" indent="0">
              <a:lnSpc>
                <a:spcPct val="114000"/>
              </a:lnSpc>
              <a:spcBef>
                <a:spcPts val="0"/>
              </a:spcBef>
              <a:spcAft>
                <a:spcPts val="1000"/>
              </a:spcAft>
              <a:buNone/>
              <a:defRPr sz="1600">
                <a:solidFill>
                  <a:srgbClr val="032044"/>
                </a:solidFill>
              </a:defRPr>
            </a:lvl1pPr>
            <a:lvl2pPr marL="292608">
              <a:lnSpc>
                <a:spcPct val="114000"/>
              </a:lnSpc>
              <a:spcBef>
                <a:spcPts val="0"/>
              </a:spcBef>
              <a:spcAft>
                <a:spcPts val="1000"/>
              </a:spcAft>
              <a:defRPr sz="1600">
                <a:solidFill>
                  <a:srgbClr val="032044"/>
                </a:solidFill>
              </a:defRPr>
            </a:lvl2pPr>
          </a:lstStyle>
          <a:p>
            <a:pPr lvl="0"/>
            <a:r>
              <a:rPr lang="en-US" dirty="0"/>
              <a:t>A write-up follows the heading. Keep the most important information on the slide. Toss the rest in the speaker notes.</a:t>
            </a:r>
          </a:p>
          <a:p>
            <a:pPr lvl="1"/>
            <a:r>
              <a:rPr lang="en-US" dirty="0"/>
              <a:t>Bullet</a:t>
            </a:r>
          </a:p>
          <a:p>
            <a:pPr lvl="1"/>
            <a:r>
              <a:rPr lang="en-US" dirty="0"/>
              <a:t>Bullet</a:t>
            </a:r>
          </a:p>
          <a:p>
            <a:pPr lvl="1"/>
            <a:r>
              <a:rPr lang="en-US" dirty="0"/>
              <a:t>Bullet</a:t>
            </a:r>
          </a:p>
        </p:txBody>
      </p:sp>
      <p:sp>
        <p:nvSpPr>
          <p:cNvPr id="9" name="Text Placeholder 15">
            <a:extLst>
              <a:ext uri="{FF2B5EF4-FFF2-40B4-BE49-F238E27FC236}">
                <a16:creationId xmlns:a16="http://schemas.microsoft.com/office/drawing/2014/main" id="{7B57492C-A92C-681E-A72D-AA84DE513913}"/>
              </a:ext>
            </a:extLst>
          </p:cNvPr>
          <p:cNvSpPr>
            <a:spLocks noGrp="1"/>
          </p:cNvSpPr>
          <p:nvPr>
            <p:ph type="body" sz="quarter" idx="13" hasCustomPrompt="1"/>
          </p:nvPr>
        </p:nvSpPr>
        <p:spPr>
          <a:xfrm>
            <a:off x="5732809" y="767968"/>
            <a:ext cx="1351519" cy="400110"/>
          </a:xfrm>
          <a:prstGeom prst="rect">
            <a:avLst/>
          </a:prstGeom>
        </p:spPr>
        <p:txBody>
          <a:bodyPr wrap="square">
            <a:spAutoFit/>
          </a:bodyPr>
          <a:lstStyle>
            <a:lvl1pPr marL="0" indent="0" algn="l">
              <a:lnSpc>
                <a:spcPct val="100000"/>
              </a:lnSpc>
              <a:spcBef>
                <a:spcPts val="0"/>
              </a:spcBef>
              <a:spcAft>
                <a:spcPts val="600"/>
              </a:spcAft>
              <a:buNone/>
              <a:defRPr sz="2000" b="1">
                <a:solidFill>
                  <a:srgbClr val="F15A22"/>
                </a:solidFill>
                <a:latin typeface="Aptos" panose="020B0004020202020204" pitchFamily="34" charset="0"/>
              </a:defRPr>
            </a:lvl1pPr>
          </a:lstStyle>
          <a:p>
            <a:pPr lvl="0"/>
            <a:r>
              <a:rPr lang="en-US" dirty="0"/>
              <a:t>XXXXX</a:t>
            </a:r>
          </a:p>
        </p:txBody>
      </p:sp>
      <p:sp>
        <p:nvSpPr>
          <p:cNvPr id="10" name="Text Placeholder 17">
            <a:extLst>
              <a:ext uri="{FF2B5EF4-FFF2-40B4-BE49-F238E27FC236}">
                <a16:creationId xmlns:a16="http://schemas.microsoft.com/office/drawing/2014/main" id="{475E109B-4CBB-6540-532F-255CDE47D8FB}"/>
              </a:ext>
            </a:extLst>
          </p:cNvPr>
          <p:cNvSpPr>
            <a:spLocks noGrp="1"/>
          </p:cNvSpPr>
          <p:nvPr>
            <p:ph type="body" sz="quarter" idx="14" hasCustomPrompt="1"/>
          </p:nvPr>
        </p:nvSpPr>
        <p:spPr>
          <a:xfrm>
            <a:off x="5732809" y="1081129"/>
            <a:ext cx="1525463" cy="247354"/>
          </a:xfrm>
          <a:prstGeom prst="rect">
            <a:avLst/>
          </a:prstGeom>
        </p:spPr>
        <p:txBody>
          <a:bodyPr/>
          <a:lstStyle>
            <a:lvl1pPr marL="0" indent="0" algn="l">
              <a:lnSpc>
                <a:spcPct val="100000"/>
              </a:lnSpc>
              <a:spcBef>
                <a:spcPts val="0"/>
              </a:spcBef>
              <a:spcAft>
                <a:spcPts val="600"/>
              </a:spcAft>
              <a:buNone/>
              <a:defRPr sz="1050" b="1">
                <a:solidFill>
                  <a:srgbClr val="F8F4F1"/>
                </a:solidFill>
              </a:defRPr>
            </a:lvl1pPr>
          </a:lstStyle>
          <a:p>
            <a:pPr lvl="0"/>
            <a:r>
              <a:rPr lang="en-US" b="1" dirty="0"/>
              <a:t>Statistic 1</a:t>
            </a:r>
            <a:endParaRPr lang="en-US" dirty="0"/>
          </a:p>
        </p:txBody>
      </p:sp>
      <p:sp>
        <p:nvSpPr>
          <p:cNvPr id="11" name="Text Placeholder 19">
            <a:extLst>
              <a:ext uri="{FF2B5EF4-FFF2-40B4-BE49-F238E27FC236}">
                <a16:creationId xmlns:a16="http://schemas.microsoft.com/office/drawing/2014/main" id="{E60EFBCC-52C2-3749-5C40-B34C3AFA1990}"/>
              </a:ext>
            </a:extLst>
          </p:cNvPr>
          <p:cNvSpPr>
            <a:spLocks noGrp="1"/>
          </p:cNvSpPr>
          <p:nvPr>
            <p:ph type="body" sz="quarter" idx="15" hasCustomPrompt="1"/>
          </p:nvPr>
        </p:nvSpPr>
        <p:spPr>
          <a:xfrm>
            <a:off x="5732809" y="1304453"/>
            <a:ext cx="3279349" cy="353572"/>
          </a:xfrm>
          <a:prstGeom prst="rect">
            <a:avLst/>
          </a:prstGeom>
        </p:spPr>
        <p:txBody>
          <a:bodyPr wrap="square">
            <a:noAutofit/>
          </a:bodyPr>
          <a:lstStyle>
            <a:lvl1pPr marL="0" indent="0" algn="l">
              <a:lnSpc>
                <a:spcPct val="100000"/>
              </a:lnSpc>
              <a:spcBef>
                <a:spcPts val="0"/>
              </a:spcBef>
              <a:spcAft>
                <a:spcPts val="600"/>
              </a:spcAft>
              <a:buNone/>
              <a:defRPr sz="1050">
                <a:solidFill>
                  <a:srgbClr val="F8F4F1"/>
                </a:solidFill>
              </a:defRPr>
            </a:lvl1pPr>
          </a:lstStyle>
          <a:p>
            <a:pPr lvl="0"/>
            <a:r>
              <a:rPr lang="en-US" dirty="0"/>
              <a:t>Additional copy here. You can use 1-3 lines here.</a:t>
            </a:r>
          </a:p>
        </p:txBody>
      </p:sp>
      <p:sp>
        <p:nvSpPr>
          <p:cNvPr id="12" name="Text Placeholder 15">
            <a:extLst>
              <a:ext uri="{FF2B5EF4-FFF2-40B4-BE49-F238E27FC236}">
                <a16:creationId xmlns:a16="http://schemas.microsoft.com/office/drawing/2014/main" id="{24C4FE7C-02F0-2FF4-AD3F-8A07D41D6393}"/>
              </a:ext>
            </a:extLst>
          </p:cNvPr>
          <p:cNvSpPr>
            <a:spLocks noGrp="1"/>
          </p:cNvSpPr>
          <p:nvPr>
            <p:ph type="body" sz="quarter" idx="16" hasCustomPrompt="1"/>
          </p:nvPr>
        </p:nvSpPr>
        <p:spPr>
          <a:xfrm>
            <a:off x="5732809" y="1546255"/>
            <a:ext cx="1351519" cy="400110"/>
          </a:xfrm>
          <a:prstGeom prst="rect">
            <a:avLst/>
          </a:prstGeom>
        </p:spPr>
        <p:txBody>
          <a:bodyPr wrap="square">
            <a:spAutoFit/>
          </a:bodyPr>
          <a:lstStyle>
            <a:lvl1pPr marL="0" indent="0" algn="l">
              <a:lnSpc>
                <a:spcPct val="100000"/>
              </a:lnSpc>
              <a:spcBef>
                <a:spcPts val="0"/>
              </a:spcBef>
              <a:spcAft>
                <a:spcPts val="600"/>
              </a:spcAft>
              <a:buNone/>
              <a:defRPr sz="2000" b="1">
                <a:solidFill>
                  <a:srgbClr val="F15A22"/>
                </a:solidFill>
                <a:latin typeface="Aptos" panose="020B0004020202020204" pitchFamily="34" charset="0"/>
              </a:defRPr>
            </a:lvl1pPr>
          </a:lstStyle>
          <a:p>
            <a:pPr lvl="0"/>
            <a:r>
              <a:rPr lang="en-US" dirty="0"/>
              <a:t>XXXXX</a:t>
            </a:r>
          </a:p>
        </p:txBody>
      </p:sp>
      <p:sp>
        <p:nvSpPr>
          <p:cNvPr id="13" name="Text Placeholder 17">
            <a:extLst>
              <a:ext uri="{FF2B5EF4-FFF2-40B4-BE49-F238E27FC236}">
                <a16:creationId xmlns:a16="http://schemas.microsoft.com/office/drawing/2014/main" id="{410EA17E-2A14-A0FB-860C-1DDAEE3CD5EC}"/>
              </a:ext>
            </a:extLst>
          </p:cNvPr>
          <p:cNvSpPr>
            <a:spLocks noGrp="1"/>
          </p:cNvSpPr>
          <p:nvPr>
            <p:ph type="body" sz="quarter" idx="17" hasCustomPrompt="1"/>
          </p:nvPr>
        </p:nvSpPr>
        <p:spPr>
          <a:xfrm>
            <a:off x="5732809" y="1847088"/>
            <a:ext cx="1525463" cy="247354"/>
          </a:xfrm>
          <a:prstGeom prst="rect">
            <a:avLst/>
          </a:prstGeom>
        </p:spPr>
        <p:txBody>
          <a:bodyPr/>
          <a:lstStyle>
            <a:lvl1pPr marL="0" indent="0" algn="l">
              <a:lnSpc>
                <a:spcPct val="100000"/>
              </a:lnSpc>
              <a:spcBef>
                <a:spcPts val="0"/>
              </a:spcBef>
              <a:spcAft>
                <a:spcPts val="600"/>
              </a:spcAft>
              <a:buNone/>
              <a:defRPr sz="1050" b="1">
                <a:solidFill>
                  <a:srgbClr val="F8F4F1"/>
                </a:solidFill>
              </a:defRPr>
            </a:lvl1pPr>
          </a:lstStyle>
          <a:p>
            <a:pPr lvl="0"/>
            <a:r>
              <a:rPr lang="en-US" b="1" dirty="0"/>
              <a:t>Statistic 2</a:t>
            </a:r>
            <a:endParaRPr lang="en-US" dirty="0"/>
          </a:p>
        </p:txBody>
      </p:sp>
      <p:sp>
        <p:nvSpPr>
          <p:cNvPr id="14" name="Text Placeholder 19">
            <a:extLst>
              <a:ext uri="{FF2B5EF4-FFF2-40B4-BE49-F238E27FC236}">
                <a16:creationId xmlns:a16="http://schemas.microsoft.com/office/drawing/2014/main" id="{26FF31B3-9DEA-D515-74BD-2634CBA54823}"/>
              </a:ext>
            </a:extLst>
          </p:cNvPr>
          <p:cNvSpPr>
            <a:spLocks noGrp="1"/>
          </p:cNvSpPr>
          <p:nvPr>
            <p:ph type="body" sz="quarter" idx="18" hasCustomPrompt="1"/>
          </p:nvPr>
        </p:nvSpPr>
        <p:spPr>
          <a:xfrm>
            <a:off x="5732809" y="2087321"/>
            <a:ext cx="3279349" cy="353572"/>
          </a:xfrm>
          <a:prstGeom prst="rect">
            <a:avLst/>
          </a:prstGeom>
        </p:spPr>
        <p:txBody>
          <a:bodyPr wrap="square">
            <a:noAutofit/>
          </a:bodyPr>
          <a:lstStyle>
            <a:lvl1pPr marL="0" indent="0" algn="l">
              <a:lnSpc>
                <a:spcPct val="100000"/>
              </a:lnSpc>
              <a:spcBef>
                <a:spcPts val="0"/>
              </a:spcBef>
              <a:spcAft>
                <a:spcPts val="600"/>
              </a:spcAft>
              <a:buNone/>
              <a:defRPr sz="1050">
                <a:solidFill>
                  <a:srgbClr val="F8F4F1"/>
                </a:solidFill>
              </a:defRPr>
            </a:lvl1pPr>
          </a:lstStyle>
          <a:p>
            <a:pPr lvl="0"/>
            <a:r>
              <a:rPr lang="en-US" dirty="0"/>
              <a:t>Additional copy here. You can use 1-3 lines here.</a:t>
            </a:r>
          </a:p>
        </p:txBody>
      </p:sp>
      <p:sp>
        <p:nvSpPr>
          <p:cNvPr id="15" name="Text Placeholder 15">
            <a:extLst>
              <a:ext uri="{FF2B5EF4-FFF2-40B4-BE49-F238E27FC236}">
                <a16:creationId xmlns:a16="http://schemas.microsoft.com/office/drawing/2014/main" id="{56C60E64-8D66-E819-E05B-5BC4FF5CF1C0}"/>
              </a:ext>
            </a:extLst>
          </p:cNvPr>
          <p:cNvSpPr>
            <a:spLocks noGrp="1"/>
          </p:cNvSpPr>
          <p:nvPr>
            <p:ph type="body" sz="quarter" idx="19" hasCustomPrompt="1"/>
          </p:nvPr>
        </p:nvSpPr>
        <p:spPr>
          <a:xfrm>
            <a:off x="5732809" y="2320571"/>
            <a:ext cx="1351519" cy="400110"/>
          </a:xfrm>
          <a:prstGeom prst="rect">
            <a:avLst/>
          </a:prstGeom>
        </p:spPr>
        <p:txBody>
          <a:bodyPr wrap="square">
            <a:spAutoFit/>
          </a:bodyPr>
          <a:lstStyle>
            <a:lvl1pPr marL="0" indent="0" algn="l">
              <a:lnSpc>
                <a:spcPct val="100000"/>
              </a:lnSpc>
              <a:spcBef>
                <a:spcPts val="0"/>
              </a:spcBef>
              <a:spcAft>
                <a:spcPts val="600"/>
              </a:spcAft>
              <a:buNone/>
              <a:defRPr sz="2000" b="1">
                <a:solidFill>
                  <a:srgbClr val="F15A22"/>
                </a:solidFill>
                <a:latin typeface="Aptos" panose="020B0004020202020204" pitchFamily="34" charset="0"/>
              </a:defRPr>
            </a:lvl1pPr>
          </a:lstStyle>
          <a:p>
            <a:pPr lvl="0"/>
            <a:r>
              <a:rPr lang="en-US" dirty="0"/>
              <a:t>XXXXX</a:t>
            </a:r>
          </a:p>
        </p:txBody>
      </p:sp>
      <p:sp>
        <p:nvSpPr>
          <p:cNvPr id="16" name="Text Placeholder 17">
            <a:extLst>
              <a:ext uri="{FF2B5EF4-FFF2-40B4-BE49-F238E27FC236}">
                <a16:creationId xmlns:a16="http://schemas.microsoft.com/office/drawing/2014/main" id="{CF60DE79-E003-CA01-EA66-BB351130E1FD}"/>
              </a:ext>
            </a:extLst>
          </p:cNvPr>
          <p:cNvSpPr>
            <a:spLocks noGrp="1"/>
          </p:cNvSpPr>
          <p:nvPr>
            <p:ph type="body" sz="quarter" idx="20" hasCustomPrompt="1"/>
          </p:nvPr>
        </p:nvSpPr>
        <p:spPr>
          <a:xfrm>
            <a:off x="5732809" y="2622835"/>
            <a:ext cx="1525463" cy="247354"/>
          </a:xfrm>
          <a:prstGeom prst="rect">
            <a:avLst/>
          </a:prstGeom>
        </p:spPr>
        <p:txBody>
          <a:bodyPr/>
          <a:lstStyle>
            <a:lvl1pPr marL="0" indent="0" algn="l">
              <a:lnSpc>
                <a:spcPct val="100000"/>
              </a:lnSpc>
              <a:spcBef>
                <a:spcPts val="0"/>
              </a:spcBef>
              <a:spcAft>
                <a:spcPts val="600"/>
              </a:spcAft>
              <a:buNone/>
              <a:defRPr sz="1050" b="1">
                <a:solidFill>
                  <a:srgbClr val="F8F4F1"/>
                </a:solidFill>
              </a:defRPr>
            </a:lvl1pPr>
          </a:lstStyle>
          <a:p>
            <a:pPr lvl="0"/>
            <a:r>
              <a:rPr lang="en-US" b="1" dirty="0"/>
              <a:t>Statistic 3</a:t>
            </a:r>
            <a:endParaRPr lang="en-US" dirty="0"/>
          </a:p>
        </p:txBody>
      </p:sp>
      <p:sp>
        <p:nvSpPr>
          <p:cNvPr id="17" name="Text Placeholder 19">
            <a:extLst>
              <a:ext uri="{FF2B5EF4-FFF2-40B4-BE49-F238E27FC236}">
                <a16:creationId xmlns:a16="http://schemas.microsoft.com/office/drawing/2014/main" id="{44C93346-52EF-480D-E8A0-F643D7868CC0}"/>
              </a:ext>
            </a:extLst>
          </p:cNvPr>
          <p:cNvSpPr>
            <a:spLocks noGrp="1"/>
          </p:cNvSpPr>
          <p:nvPr>
            <p:ph type="body" sz="quarter" idx="21" hasCustomPrompt="1"/>
          </p:nvPr>
        </p:nvSpPr>
        <p:spPr>
          <a:xfrm>
            <a:off x="5732809" y="2861517"/>
            <a:ext cx="3279349" cy="353572"/>
          </a:xfrm>
          <a:prstGeom prst="rect">
            <a:avLst/>
          </a:prstGeom>
        </p:spPr>
        <p:txBody>
          <a:bodyPr wrap="square">
            <a:noAutofit/>
          </a:bodyPr>
          <a:lstStyle>
            <a:lvl1pPr marL="0" indent="0" algn="l">
              <a:lnSpc>
                <a:spcPct val="100000"/>
              </a:lnSpc>
              <a:spcBef>
                <a:spcPts val="0"/>
              </a:spcBef>
              <a:spcAft>
                <a:spcPts val="600"/>
              </a:spcAft>
              <a:buNone/>
              <a:defRPr sz="1050">
                <a:solidFill>
                  <a:srgbClr val="F8F4F1"/>
                </a:solidFill>
              </a:defRPr>
            </a:lvl1pPr>
          </a:lstStyle>
          <a:p>
            <a:pPr lvl="0"/>
            <a:r>
              <a:rPr lang="en-US" dirty="0"/>
              <a:t>Additional copy here. You can use 1-3 lines here.</a:t>
            </a:r>
          </a:p>
        </p:txBody>
      </p:sp>
      <p:sp>
        <p:nvSpPr>
          <p:cNvPr id="18" name="Text Placeholder 15">
            <a:extLst>
              <a:ext uri="{FF2B5EF4-FFF2-40B4-BE49-F238E27FC236}">
                <a16:creationId xmlns:a16="http://schemas.microsoft.com/office/drawing/2014/main" id="{A5FC9817-5B57-DE26-6FCF-7511A25B8729}"/>
              </a:ext>
            </a:extLst>
          </p:cNvPr>
          <p:cNvSpPr>
            <a:spLocks noGrp="1"/>
          </p:cNvSpPr>
          <p:nvPr>
            <p:ph type="body" sz="quarter" idx="22" hasCustomPrompt="1"/>
          </p:nvPr>
        </p:nvSpPr>
        <p:spPr>
          <a:xfrm>
            <a:off x="5732809" y="3101294"/>
            <a:ext cx="1351519" cy="400110"/>
          </a:xfrm>
          <a:prstGeom prst="rect">
            <a:avLst/>
          </a:prstGeom>
        </p:spPr>
        <p:txBody>
          <a:bodyPr wrap="square">
            <a:spAutoFit/>
          </a:bodyPr>
          <a:lstStyle>
            <a:lvl1pPr marL="0" indent="0" algn="l">
              <a:lnSpc>
                <a:spcPct val="100000"/>
              </a:lnSpc>
              <a:spcBef>
                <a:spcPts val="0"/>
              </a:spcBef>
              <a:spcAft>
                <a:spcPts val="600"/>
              </a:spcAft>
              <a:buNone/>
              <a:defRPr sz="2000" b="1">
                <a:solidFill>
                  <a:srgbClr val="F15A22"/>
                </a:solidFill>
                <a:latin typeface="Aptos" panose="020B0004020202020204" pitchFamily="34" charset="0"/>
              </a:defRPr>
            </a:lvl1pPr>
          </a:lstStyle>
          <a:p>
            <a:pPr lvl="0"/>
            <a:r>
              <a:rPr lang="en-US" dirty="0"/>
              <a:t>XXXXX</a:t>
            </a:r>
          </a:p>
        </p:txBody>
      </p:sp>
      <p:sp>
        <p:nvSpPr>
          <p:cNvPr id="19" name="Text Placeholder 17">
            <a:extLst>
              <a:ext uri="{FF2B5EF4-FFF2-40B4-BE49-F238E27FC236}">
                <a16:creationId xmlns:a16="http://schemas.microsoft.com/office/drawing/2014/main" id="{1C2A5E27-8B43-4AD7-A748-17665CCE30A6}"/>
              </a:ext>
            </a:extLst>
          </p:cNvPr>
          <p:cNvSpPr>
            <a:spLocks noGrp="1"/>
          </p:cNvSpPr>
          <p:nvPr>
            <p:ph type="body" sz="quarter" idx="23" hasCustomPrompt="1"/>
          </p:nvPr>
        </p:nvSpPr>
        <p:spPr>
          <a:xfrm>
            <a:off x="5732809" y="3405245"/>
            <a:ext cx="1525463" cy="247354"/>
          </a:xfrm>
          <a:prstGeom prst="rect">
            <a:avLst/>
          </a:prstGeom>
        </p:spPr>
        <p:txBody>
          <a:bodyPr/>
          <a:lstStyle>
            <a:lvl1pPr marL="0" indent="0" algn="l">
              <a:lnSpc>
                <a:spcPct val="100000"/>
              </a:lnSpc>
              <a:spcBef>
                <a:spcPts val="0"/>
              </a:spcBef>
              <a:spcAft>
                <a:spcPts val="600"/>
              </a:spcAft>
              <a:buNone/>
              <a:defRPr sz="1050" b="1">
                <a:solidFill>
                  <a:srgbClr val="F8F4F1"/>
                </a:solidFill>
              </a:defRPr>
            </a:lvl1pPr>
          </a:lstStyle>
          <a:p>
            <a:pPr lvl="0"/>
            <a:r>
              <a:rPr lang="en-US" b="1" dirty="0"/>
              <a:t>Statistic 4</a:t>
            </a:r>
            <a:endParaRPr lang="en-US" dirty="0"/>
          </a:p>
        </p:txBody>
      </p:sp>
      <p:sp>
        <p:nvSpPr>
          <p:cNvPr id="20" name="Text Placeholder 19">
            <a:extLst>
              <a:ext uri="{FF2B5EF4-FFF2-40B4-BE49-F238E27FC236}">
                <a16:creationId xmlns:a16="http://schemas.microsoft.com/office/drawing/2014/main" id="{F0CB2C36-5AA0-045E-AE5C-8D5C84FEA720}"/>
              </a:ext>
            </a:extLst>
          </p:cNvPr>
          <p:cNvSpPr>
            <a:spLocks noGrp="1"/>
          </p:cNvSpPr>
          <p:nvPr>
            <p:ph type="body" sz="quarter" idx="24" hasCustomPrompt="1"/>
          </p:nvPr>
        </p:nvSpPr>
        <p:spPr>
          <a:xfrm>
            <a:off x="5732809" y="3641398"/>
            <a:ext cx="3279349" cy="353572"/>
          </a:xfrm>
          <a:prstGeom prst="rect">
            <a:avLst/>
          </a:prstGeom>
        </p:spPr>
        <p:txBody>
          <a:bodyPr wrap="square">
            <a:noAutofit/>
          </a:bodyPr>
          <a:lstStyle>
            <a:lvl1pPr marL="0" indent="0" algn="l">
              <a:lnSpc>
                <a:spcPct val="100000"/>
              </a:lnSpc>
              <a:spcBef>
                <a:spcPts val="0"/>
              </a:spcBef>
              <a:spcAft>
                <a:spcPts val="600"/>
              </a:spcAft>
              <a:buNone/>
              <a:defRPr sz="1050">
                <a:solidFill>
                  <a:srgbClr val="F8F4F1"/>
                </a:solidFill>
              </a:defRPr>
            </a:lvl1pPr>
          </a:lstStyle>
          <a:p>
            <a:pPr lvl="0"/>
            <a:r>
              <a:rPr lang="en-US" dirty="0"/>
              <a:t>Additional copy here. You can use 1-3 lines here.</a:t>
            </a:r>
          </a:p>
        </p:txBody>
      </p:sp>
      <p:pic>
        <p:nvPicPr>
          <p:cNvPr id="3" name="Picture 2">
            <a:extLst>
              <a:ext uri="{FF2B5EF4-FFF2-40B4-BE49-F238E27FC236}">
                <a16:creationId xmlns:a16="http://schemas.microsoft.com/office/drawing/2014/main" id="{5E23BCB4-DE8D-934A-CA7A-7AB812F9C236}"/>
              </a:ext>
            </a:extLst>
          </p:cNvPr>
          <p:cNvPicPr>
            <a:picLocks noChangeAspect="1"/>
          </p:cNvPicPr>
          <p:nvPr userDrawn="1"/>
        </p:nvPicPr>
        <p:blipFill>
          <a:blip r:embed="rId3"/>
          <a:srcRect/>
          <a:stretch/>
        </p:blipFill>
        <p:spPr>
          <a:xfrm>
            <a:off x="7348791" y="4602597"/>
            <a:ext cx="1650074" cy="509546"/>
          </a:xfrm>
          <a:prstGeom prst="rect">
            <a:avLst/>
          </a:prstGeom>
        </p:spPr>
      </p:pic>
    </p:spTree>
    <p:extLst>
      <p:ext uri="{BB962C8B-B14F-4D97-AF65-F5344CB8AC3E}">
        <p14:creationId xmlns:p14="http://schemas.microsoft.com/office/powerpoint/2010/main" val="484687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Heading, Label 1">
    <p:bg>
      <p:bgPr>
        <a:solidFill>
          <a:srgbClr val="032044"/>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BF575E1-2C53-5D7A-809B-162E758EF3A6}"/>
              </a:ext>
            </a:extLst>
          </p:cNvPr>
          <p:cNvPicPr>
            <a:picLocks noChangeAspect="1"/>
          </p:cNvPicPr>
          <p:nvPr userDrawn="1"/>
        </p:nvPicPr>
        <p:blipFill>
          <a:blip r:embed="rId2" cstate="screen">
            <a:alphaModFix amt="7000"/>
            <a:extLst>
              <a:ext uri="{28A0092B-C50C-407E-A947-70E740481C1C}">
                <a14:useLocalDpi xmlns:a14="http://schemas.microsoft.com/office/drawing/2010/main"/>
              </a:ext>
            </a:extLst>
          </a:blip>
          <a:srcRect/>
          <a:stretch/>
        </p:blipFill>
        <p:spPr>
          <a:xfrm>
            <a:off x="0" y="0"/>
            <a:ext cx="5764696" cy="5212080"/>
          </a:xfrm>
          <a:prstGeom prst="rect">
            <a:avLst/>
          </a:prstGeom>
        </p:spPr>
      </p:pic>
      <p:sp>
        <p:nvSpPr>
          <p:cNvPr id="5" name="AutoShape 5">
            <a:extLst>
              <a:ext uri="{FF2B5EF4-FFF2-40B4-BE49-F238E27FC236}">
                <a16:creationId xmlns:a16="http://schemas.microsoft.com/office/drawing/2014/main" id="{6F9CAA04-7956-17F9-C6FE-96B4B6A85623}"/>
              </a:ext>
            </a:extLst>
          </p:cNvPr>
          <p:cNvSpPr/>
          <p:nvPr userDrawn="1"/>
        </p:nvSpPr>
        <p:spPr>
          <a:xfrm flipV="1">
            <a:off x="689772" y="892172"/>
            <a:ext cx="4031857" cy="0"/>
          </a:xfrm>
          <a:prstGeom prst="line">
            <a:avLst/>
          </a:prstGeom>
          <a:ln w="25400" cap="flat">
            <a:solidFill>
              <a:srgbClr val="F8F4F1"/>
            </a:solidFill>
            <a:prstDash val="solid"/>
            <a:headEnd type="none" w="sm" len="sm"/>
            <a:tailEnd type="none" w="sm" len="sm"/>
          </a:ln>
        </p:spPr>
        <p:txBody>
          <a:bodyPr/>
          <a:lstStyle/>
          <a:p>
            <a:endParaRPr lang="en-US" sz="1013">
              <a:solidFill>
                <a:schemeClr val="tx2"/>
              </a:solidFill>
            </a:endParaRPr>
          </a:p>
        </p:txBody>
      </p:sp>
      <p:sp>
        <p:nvSpPr>
          <p:cNvPr id="10" name="Google Shape;1494;p292">
            <a:extLst>
              <a:ext uri="{FF2B5EF4-FFF2-40B4-BE49-F238E27FC236}">
                <a16:creationId xmlns:a16="http://schemas.microsoft.com/office/drawing/2014/main" id="{AADA2667-C61E-CA15-C570-8EEC4A35C2B4}"/>
              </a:ext>
            </a:extLst>
          </p:cNvPr>
          <p:cNvSpPr/>
          <p:nvPr userDrawn="1"/>
        </p:nvSpPr>
        <p:spPr>
          <a:xfrm>
            <a:off x="703887" y="1937623"/>
            <a:ext cx="1759209" cy="2192306"/>
          </a:xfrm>
          <a:prstGeom prst="rect">
            <a:avLst/>
          </a:prstGeom>
          <a:solidFill>
            <a:srgbClr val="FFFFFF"/>
          </a:solidFill>
          <a:ln>
            <a:noFill/>
          </a:ln>
        </p:spPr>
        <p:txBody>
          <a:bodyPr spcFirstLastPara="1" wrap="square" lIns="91425" tIns="91425" rIns="91425" bIns="91425" anchor="ctr" anchorCtr="0">
            <a:normAutofit/>
          </a:bodyPr>
          <a:lstStyle/>
          <a:p>
            <a:endParaRPr/>
          </a:p>
        </p:txBody>
      </p:sp>
      <p:sp>
        <p:nvSpPr>
          <p:cNvPr id="11" name="Google Shape;1495;p292">
            <a:extLst>
              <a:ext uri="{FF2B5EF4-FFF2-40B4-BE49-F238E27FC236}">
                <a16:creationId xmlns:a16="http://schemas.microsoft.com/office/drawing/2014/main" id="{F26DD39B-A56B-241B-00A0-821EE409BA09}"/>
              </a:ext>
            </a:extLst>
          </p:cNvPr>
          <p:cNvSpPr/>
          <p:nvPr userDrawn="1"/>
        </p:nvSpPr>
        <p:spPr>
          <a:xfrm>
            <a:off x="2701421" y="1937623"/>
            <a:ext cx="1759209" cy="2192306"/>
          </a:xfrm>
          <a:prstGeom prst="rect">
            <a:avLst/>
          </a:prstGeom>
          <a:solidFill>
            <a:srgbClr val="FFFFFF"/>
          </a:solidFill>
          <a:ln>
            <a:noFill/>
          </a:ln>
        </p:spPr>
        <p:txBody>
          <a:bodyPr spcFirstLastPara="1" wrap="square" lIns="91425" tIns="91425" rIns="91425" bIns="91425" anchor="ctr" anchorCtr="0">
            <a:normAutofit/>
          </a:bodyPr>
          <a:lstStyle/>
          <a:p>
            <a:endParaRPr/>
          </a:p>
        </p:txBody>
      </p:sp>
      <p:sp>
        <p:nvSpPr>
          <p:cNvPr id="12" name="Google Shape;1496;p292">
            <a:extLst>
              <a:ext uri="{FF2B5EF4-FFF2-40B4-BE49-F238E27FC236}">
                <a16:creationId xmlns:a16="http://schemas.microsoft.com/office/drawing/2014/main" id="{0F5AD4BB-8509-ACC5-1459-8A49D1C78F13}"/>
              </a:ext>
            </a:extLst>
          </p:cNvPr>
          <p:cNvSpPr/>
          <p:nvPr userDrawn="1"/>
        </p:nvSpPr>
        <p:spPr>
          <a:xfrm>
            <a:off x="4698973" y="1937623"/>
            <a:ext cx="1759209" cy="2192306"/>
          </a:xfrm>
          <a:prstGeom prst="rect">
            <a:avLst/>
          </a:prstGeom>
          <a:solidFill>
            <a:srgbClr val="FFFFFF"/>
          </a:solidFill>
          <a:ln>
            <a:noFill/>
          </a:ln>
        </p:spPr>
        <p:txBody>
          <a:bodyPr spcFirstLastPara="1" wrap="square" lIns="91425" tIns="91425" rIns="91425" bIns="91425" anchor="ctr" anchorCtr="0">
            <a:normAutofit/>
          </a:bodyPr>
          <a:lstStyle/>
          <a:p>
            <a:endParaRPr/>
          </a:p>
        </p:txBody>
      </p:sp>
      <p:sp>
        <p:nvSpPr>
          <p:cNvPr id="13" name="Google Shape;1496;p292">
            <a:extLst>
              <a:ext uri="{FF2B5EF4-FFF2-40B4-BE49-F238E27FC236}">
                <a16:creationId xmlns:a16="http://schemas.microsoft.com/office/drawing/2014/main" id="{317C7AE6-79B4-1C90-E54B-681C5CE98342}"/>
              </a:ext>
            </a:extLst>
          </p:cNvPr>
          <p:cNvSpPr/>
          <p:nvPr userDrawn="1"/>
        </p:nvSpPr>
        <p:spPr>
          <a:xfrm>
            <a:off x="6703680" y="1937623"/>
            <a:ext cx="1759209" cy="2192306"/>
          </a:xfrm>
          <a:prstGeom prst="rect">
            <a:avLst/>
          </a:prstGeom>
          <a:solidFill>
            <a:srgbClr val="FFFFFF"/>
          </a:solidFill>
          <a:ln>
            <a:noFill/>
          </a:ln>
        </p:spPr>
        <p:txBody>
          <a:bodyPr spcFirstLastPara="1" wrap="square" lIns="91425" tIns="91425" rIns="91425" bIns="91425" anchor="ctr" anchorCtr="0">
            <a:normAutofit/>
          </a:bodyPr>
          <a:lstStyle/>
          <a:p>
            <a:endParaRPr/>
          </a:p>
        </p:txBody>
      </p:sp>
      <p:sp>
        <p:nvSpPr>
          <p:cNvPr id="30" name="Google Shape;1497;p292">
            <a:extLst>
              <a:ext uri="{FF2B5EF4-FFF2-40B4-BE49-F238E27FC236}">
                <a16:creationId xmlns:a16="http://schemas.microsoft.com/office/drawing/2014/main" id="{6FC58357-BFE2-BD9A-C64E-1EF70B20536A}"/>
              </a:ext>
            </a:extLst>
          </p:cNvPr>
          <p:cNvSpPr/>
          <p:nvPr userDrawn="1"/>
        </p:nvSpPr>
        <p:spPr>
          <a:xfrm>
            <a:off x="703907" y="1931273"/>
            <a:ext cx="1759209" cy="469447"/>
          </a:xfrm>
          <a:prstGeom prst="rect">
            <a:avLst/>
          </a:prstGeom>
          <a:solidFill>
            <a:schemeClr val="accent5"/>
          </a:solidFill>
          <a:ln>
            <a:noFill/>
          </a:ln>
        </p:spPr>
        <p:txBody>
          <a:bodyPr spcFirstLastPara="1" wrap="square" lIns="91425" tIns="91425" rIns="91425" bIns="91425" anchor="ctr" anchorCtr="0">
            <a:normAutofit/>
          </a:bodyPr>
          <a:lstStyle/>
          <a:p>
            <a:pPr algn="ctr"/>
            <a:endParaRPr lang="en-US" sz="1200" b="1">
              <a:solidFill>
                <a:srgbClr val="FFFFFF"/>
              </a:solidFill>
              <a:ea typeface="Source Sans Pro"/>
              <a:cs typeface="Arial" panose="020B0604020202020204" pitchFamily="34" charset="0"/>
              <a:sym typeface="Source Sans Pro"/>
            </a:endParaRPr>
          </a:p>
        </p:txBody>
      </p:sp>
      <p:sp>
        <p:nvSpPr>
          <p:cNvPr id="34" name="Google Shape;1498;p292">
            <a:extLst>
              <a:ext uri="{FF2B5EF4-FFF2-40B4-BE49-F238E27FC236}">
                <a16:creationId xmlns:a16="http://schemas.microsoft.com/office/drawing/2014/main" id="{A1D83412-8A94-F468-7795-376D22E4BC64}"/>
              </a:ext>
            </a:extLst>
          </p:cNvPr>
          <p:cNvSpPr/>
          <p:nvPr userDrawn="1"/>
        </p:nvSpPr>
        <p:spPr>
          <a:xfrm>
            <a:off x="2701440" y="1937623"/>
            <a:ext cx="1759209" cy="469447"/>
          </a:xfrm>
          <a:prstGeom prst="rect">
            <a:avLst/>
          </a:prstGeom>
          <a:solidFill>
            <a:srgbClr val="265BF7"/>
          </a:solidFill>
          <a:ln>
            <a:noFill/>
          </a:ln>
        </p:spPr>
        <p:txBody>
          <a:bodyPr spcFirstLastPara="1" wrap="square" lIns="91425" tIns="91425" rIns="91425" bIns="91425" anchor="ctr" anchorCtr="0">
            <a:normAutofit/>
          </a:bodyPr>
          <a:lstStyle/>
          <a:p>
            <a:pPr algn="ctr"/>
            <a:endParaRPr lang="en-US" sz="1200" b="1">
              <a:solidFill>
                <a:srgbClr val="FFFFFF"/>
              </a:solidFill>
              <a:ea typeface="Source Sans Pro"/>
              <a:cs typeface="Arial" panose="020B0604020202020204" pitchFamily="34" charset="0"/>
              <a:sym typeface="Source Sans Pro"/>
            </a:endParaRPr>
          </a:p>
        </p:txBody>
      </p:sp>
      <p:sp>
        <p:nvSpPr>
          <p:cNvPr id="38" name="Google Shape;1499;p292">
            <a:extLst>
              <a:ext uri="{FF2B5EF4-FFF2-40B4-BE49-F238E27FC236}">
                <a16:creationId xmlns:a16="http://schemas.microsoft.com/office/drawing/2014/main" id="{E39D6942-D6DD-D112-B369-2C6BAE5A3F70}"/>
              </a:ext>
            </a:extLst>
          </p:cNvPr>
          <p:cNvSpPr/>
          <p:nvPr userDrawn="1"/>
        </p:nvSpPr>
        <p:spPr>
          <a:xfrm>
            <a:off x="4698992" y="1937623"/>
            <a:ext cx="1759209" cy="469447"/>
          </a:xfrm>
          <a:prstGeom prst="rect">
            <a:avLst/>
          </a:prstGeom>
          <a:solidFill>
            <a:srgbClr val="C8DCFF"/>
          </a:solidFill>
          <a:ln>
            <a:noFill/>
          </a:ln>
        </p:spPr>
        <p:txBody>
          <a:bodyPr spcFirstLastPara="1" wrap="square" lIns="91425" tIns="91425" rIns="91425" bIns="91425" anchor="ctr" anchorCtr="0">
            <a:normAutofit/>
          </a:bodyPr>
          <a:lstStyle/>
          <a:p>
            <a:pPr algn="ctr"/>
            <a:endParaRPr lang="en-US" sz="1200" b="1">
              <a:solidFill>
                <a:srgbClr val="032044"/>
              </a:solidFill>
              <a:ea typeface="Source Sans Pro"/>
              <a:cs typeface="Arial" panose="020B0604020202020204" pitchFamily="34" charset="0"/>
              <a:sym typeface="Source Sans Pro"/>
            </a:endParaRPr>
          </a:p>
        </p:txBody>
      </p:sp>
      <p:sp>
        <p:nvSpPr>
          <p:cNvPr id="42" name="Google Shape;1499;p292">
            <a:extLst>
              <a:ext uri="{FF2B5EF4-FFF2-40B4-BE49-F238E27FC236}">
                <a16:creationId xmlns:a16="http://schemas.microsoft.com/office/drawing/2014/main" id="{47607334-6AC7-CE78-22F8-2A4BBE6FB67D}"/>
              </a:ext>
            </a:extLst>
          </p:cNvPr>
          <p:cNvSpPr/>
          <p:nvPr userDrawn="1"/>
        </p:nvSpPr>
        <p:spPr>
          <a:xfrm>
            <a:off x="6703699" y="1937623"/>
            <a:ext cx="1759209" cy="469447"/>
          </a:xfrm>
          <a:prstGeom prst="rect">
            <a:avLst/>
          </a:prstGeom>
          <a:solidFill>
            <a:schemeClr val="accent5"/>
          </a:solidFill>
          <a:ln>
            <a:noFill/>
          </a:ln>
        </p:spPr>
        <p:txBody>
          <a:bodyPr spcFirstLastPara="1" wrap="square" lIns="91425" tIns="91425" rIns="91425" bIns="91425" anchor="ctr" anchorCtr="0">
            <a:normAutofit/>
          </a:bodyPr>
          <a:lstStyle/>
          <a:p>
            <a:pPr algn="ctr"/>
            <a:endParaRPr lang="en-US" sz="1200" b="1">
              <a:solidFill>
                <a:srgbClr val="FFFFFF"/>
              </a:solidFill>
              <a:ea typeface="Source Sans Pro"/>
              <a:cs typeface="Arial" panose="020B0604020202020204" pitchFamily="34" charset="0"/>
              <a:sym typeface="Source Sans Pro"/>
            </a:endParaRPr>
          </a:p>
        </p:txBody>
      </p:sp>
      <p:sp>
        <p:nvSpPr>
          <p:cNvPr id="46" name="Title 18">
            <a:extLst>
              <a:ext uri="{FF2B5EF4-FFF2-40B4-BE49-F238E27FC236}">
                <a16:creationId xmlns:a16="http://schemas.microsoft.com/office/drawing/2014/main" id="{21F1B681-9DBD-E933-5B24-C99AE75406EF}"/>
              </a:ext>
            </a:extLst>
          </p:cNvPr>
          <p:cNvSpPr>
            <a:spLocks noGrp="1"/>
          </p:cNvSpPr>
          <p:nvPr>
            <p:ph type="title" hasCustomPrompt="1"/>
          </p:nvPr>
        </p:nvSpPr>
        <p:spPr>
          <a:xfrm>
            <a:off x="585216" y="420243"/>
            <a:ext cx="6867144" cy="429768"/>
          </a:xfrm>
          <a:prstGeom prst="rect">
            <a:avLst/>
          </a:prstGeom>
        </p:spPr>
        <p:txBody>
          <a:bodyPr anchor="b" anchorCtr="0">
            <a:spAutoFit/>
          </a:bodyPr>
          <a:lstStyle>
            <a:lvl1pPr>
              <a:defRPr sz="2400" b="1">
                <a:solidFill>
                  <a:srgbClr val="F8F4F1"/>
                </a:solidFill>
                <a:latin typeface="Aptos" panose="020B0004020202020204" pitchFamily="34" charset="0"/>
              </a:defRPr>
            </a:lvl1pPr>
          </a:lstStyle>
          <a:p>
            <a:r>
              <a:rPr lang="en-US" dirty="0"/>
              <a:t>This is a heading</a:t>
            </a:r>
          </a:p>
        </p:txBody>
      </p:sp>
      <p:sp>
        <p:nvSpPr>
          <p:cNvPr id="48" name="Text Placeholder 47">
            <a:extLst>
              <a:ext uri="{FF2B5EF4-FFF2-40B4-BE49-F238E27FC236}">
                <a16:creationId xmlns:a16="http://schemas.microsoft.com/office/drawing/2014/main" id="{D6B20F34-F5A0-095F-D702-F02748394FB9}"/>
              </a:ext>
            </a:extLst>
          </p:cNvPr>
          <p:cNvSpPr>
            <a:spLocks noGrp="1"/>
          </p:cNvSpPr>
          <p:nvPr>
            <p:ph type="body" sz="quarter" idx="10" hasCustomPrompt="1"/>
          </p:nvPr>
        </p:nvSpPr>
        <p:spPr>
          <a:xfrm>
            <a:off x="612648" y="1005840"/>
            <a:ext cx="5843016" cy="649224"/>
          </a:xfrm>
          <a:prstGeom prst="rect">
            <a:avLst/>
          </a:prstGeom>
        </p:spPr>
        <p:txBody>
          <a:bodyPr>
            <a:spAutoFit/>
          </a:bodyPr>
          <a:lstStyle>
            <a:lvl1pPr marL="0" indent="0">
              <a:lnSpc>
                <a:spcPct val="114000"/>
              </a:lnSpc>
              <a:spcBef>
                <a:spcPts val="0"/>
              </a:spcBef>
              <a:spcAft>
                <a:spcPts val="1000"/>
              </a:spcAft>
              <a:buNone/>
              <a:defRPr sz="1600">
                <a:solidFill>
                  <a:schemeClr val="bg1"/>
                </a:solidFill>
              </a:defRPr>
            </a:lvl1pPr>
          </a:lstStyle>
          <a:p>
            <a:pPr lvl="0"/>
            <a:r>
              <a:rPr lang="en-US" dirty="0"/>
              <a:t>A write-up follows the heading. Keep the most important information on the slide. Toss the rest in the speaker notes.</a:t>
            </a:r>
          </a:p>
        </p:txBody>
      </p:sp>
      <p:sp>
        <p:nvSpPr>
          <p:cNvPr id="50" name="Text Placeholder 49">
            <a:extLst>
              <a:ext uri="{FF2B5EF4-FFF2-40B4-BE49-F238E27FC236}">
                <a16:creationId xmlns:a16="http://schemas.microsoft.com/office/drawing/2014/main" id="{4B01E620-9A6A-ACC1-300D-11139CF14B53}"/>
              </a:ext>
            </a:extLst>
          </p:cNvPr>
          <p:cNvSpPr>
            <a:spLocks noGrp="1"/>
          </p:cNvSpPr>
          <p:nvPr>
            <p:ph type="body" sz="quarter" idx="11" hasCustomPrompt="1"/>
          </p:nvPr>
        </p:nvSpPr>
        <p:spPr>
          <a:xfrm>
            <a:off x="704088" y="1929384"/>
            <a:ext cx="1755648" cy="469447"/>
          </a:xfrm>
          <a:prstGeom prst="rect">
            <a:avLst/>
          </a:prstGeom>
        </p:spPr>
        <p:txBody>
          <a:bodyPr tIns="91440" bIns="91440" anchor="ctr" anchorCtr="0">
            <a:normAutofit/>
          </a:bodyPr>
          <a:lstStyle>
            <a:lvl1pPr marL="0" indent="0" algn="ctr">
              <a:lnSpc>
                <a:spcPct val="100000"/>
              </a:lnSpc>
              <a:spcBef>
                <a:spcPts val="0"/>
              </a:spcBef>
              <a:buNone/>
              <a:defRPr sz="1200" b="1" cap="all" baseline="0">
                <a:solidFill>
                  <a:schemeClr val="bg1"/>
                </a:solidFill>
              </a:defRPr>
            </a:lvl1pPr>
          </a:lstStyle>
          <a:p>
            <a:pPr lvl="0"/>
            <a:r>
              <a:rPr lang="en-US" dirty="0"/>
              <a:t>Primary label 1</a:t>
            </a:r>
          </a:p>
        </p:txBody>
      </p:sp>
      <p:sp>
        <p:nvSpPr>
          <p:cNvPr id="52" name="Text Placeholder 51">
            <a:extLst>
              <a:ext uri="{FF2B5EF4-FFF2-40B4-BE49-F238E27FC236}">
                <a16:creationId xmlns:a16="http://schemas.microsoft.com/office/drawing/2014/main" id="{D2E966CE-74FC-C170-F774-42262CAE9DB7}"/>
              </a:ext>
            </a:extLst>
          </p:cNvPr>
          <p:cNvSpPr>
            <a:spLocks noGrp="1"/>
          </p:cNvSpPr>
          <p:nvPr>
            <p:ph type="body" sz="quarter" idx="12" hasCustomPrompt="1"/>
          </p:nvPr>
        </p:nvSpPr>
        <p:spPr>
          <a:xfrm>
            <a:off x="694944" y="2633472"/>
            <a:ext cx="1783080" cy="329184"/>
          </a:xfrm>
          <a:prstGeom prst="rect">
            <a:avLst/>
          </a:prstGeom>
        </p:spPr>
        <p:txBody>
          <a:bodyPr tIns="91440" bIns="91440"/>
          <a:lstStyle>
            <a:lvl1pPr marL="0" indent="0" algn="ctr">
              <a:lnSpc>
                <a:spcPct val="100000"/>
              </a:lnSpc>
              <a:spcBef>
                <a:spcPts val="0"/>
              </a:spcBef>
              <a:spcAft>
                <a:spcPts val="1000"/>
              </a:spcAft>
              <a:buNone/>
              <a:defRPr sz="1000" b="1">
                <a:solidFill>
                  <a:srgbClr val="0B2340"/>
                </a:solidFill>
                <a:latin typeface="Aptos SemiBold" panose="020B0004020202020204" pitchFamily="34" charset="0"/>
              </a:defRPr>
            </a:lvl1pPr>
          </a:lstStyle>
          <a:p>
            <a:pPr lvl="0"/>
            <a:r>
              <a:rPr lang="en-US" dirty="0"/>
              <a:t>Secondary label</a:t>
            </a:r>
          </a:p>
        </p:txBody>
      </p:sp>
      <p:sp>
        <p:nvSpPr>
          <p:cNvPr id="56" name="Text Placeholder 55">
            <a:extLst>
              <a:ext uri="{FF2B5EF4-FFF2-40B4-BE49-F238E27FC236}">
                <a16:creationId xmlns:a16="http://schemas.microsoft.com/office/drawing/2014/main" id="{4C5A7E6A-682D-7A41-3E2F-C6BE6671C8C3}"/>
              </a:ext>
            </a:extLst>
          </p:cNvPr>
          <p:cNvSpPr>
            <a:spLocks noGrp="1"/>
          </p:cNvSpPr>
          <p:nvPr>
            <p:ph type="body" sz="quarter" idx="13" hasCustomPrompt="1"/>
          </p:nvPr>
        </p:nvSpPr>
        <p:spPr>
          <a:xfrm>
            <a:off x="950976" y="2990088"/>
            <a:ext cx="1271016" cy="548640"/>
          </a:xfrm>
          <a:prstGeom prst="rect">
            <a:avLst/>
          </a:prstGeom>
        </p:spPr>
        <p:txBody>
          <a:bodyPr tIns="91440" bIns="91440" anchor="ctr" anchorCtr="0">
            <a:normAutofit/>
          </a:bodyPr>
          <a:lstStyle>
            <a:lvl1pPr marL="0" indent="0" algn="ctr">
              <a:lnSpc>
                <a:spcPct val="80000"/>
              </a:lnSpc>
              <a:spcBef>
                <a:spcPts val="0"/>
              </a:spcBef>
              <a:spcAft>
                <a:spcPts val="0"/>
              </a:spcAft>
              <a:buNone/>
              <a:defRPr sz="2600">
                <a:solidFill>
                  <a:schemeClr val="accent5"/>
                </a:solidFill>
                <a:latin typeface="Aptos ExtraBold" panose="020B0004020202020204" pitchFamily="34" charset="0"/>
              </a:defRPr>
            </a:lvl1pPr>
          </a:lstStyle>
          <a:p>
            <a:pPr lvl="0"/>
            <a:r>
              <a:rPr lang="en-US" dirty="0"/>
              <a:t>00%</a:t>
            </a:r>
          </a:p>
        </p:txBody>
      </p:sp>
      <p:sp>
        <p:nvSpPr>
          <p:cNvPr id="58" name="Text Placeholder 57">
            <a:extLst>
              <a:ext uri="{FF2B5EF4-FFF2-40B4-BE49-F238E27FC236}">
                <a16:creationId xmlns:a16="http://schemas.microsoft.com/office/drawing/2014/main" id="{D17AB0E2-DD5E-0768-B7B1-E03A278BE2F7}"/>
              </a:ext>
            </a:extLst>
          </p:cNvPr>
          <p:cNvSpPr>
            <a:spLocks noGrp="1"/>
          </p:cNvSpPr>
          <p:nvPr>
            <p:ph type="body" sz="quarter" idx="14" hasCustomPrompt="1"/>
          </p:nvPr>
        </p:nvSpPr>
        <p:spPr>
          <a:xfrm>
            <a:off x="1092708" y="3465576"/>
            <a:ext cx="987552" cy="411480"/>
          </a:xfrm>
          <a:prstGeom prst="rect">
            <a:avLst/>
          </a:prstGeom>
        </p:spPr>
        <p:txBody>
          <a:bodyPr tIns="91440" bIns="91440"/>
          <a:lstStyle>
            <a:lvl1pPr marL="0" indent="0" algn="ctr">
              <a:lnSpc>
                <a:spcPct val="100000"/>
              </a:lnSpc>
              <a:spcBef>
                <a:spcPts val="0"/>
              </a:spcBef>
              <a:spcAft>
                <a:spcPts val="1000"/>
              </a:spcAft>
              <a:buNone/>
              <a:defRPr sz="1100" b="1">
                <a:latin typeface="Aptos" panose="020B0004020202020204" pitchFamily="34" charset="0"/>
              </a:defRPr>
            </a:lvl1pPr>
          </a:lstStyle>
          <a:p>
            <a:pPr lvl="0"/>
            <a:r>
              <a:rPr lang="en-US" dirty="0"/>
              <a:t>Stat detail</a:t>
            </a:r>
          </a:p>
        </p:txBody>
      </p:sp>
      <p:sp>
        <p:nvSpPr>
          <p:cNvPr id="59" name="Text Placeholder 49">
            <a:extLst>
              <a:ext uri="{FF2B5EF4-FFF2-40B4-BE49-F238E27FC236}">
                <a16:creationId xmlns:a16="http://schemas.microsoft.com/office/drawing/2014/main" id="{9D62855B-88BD-F8F2-E634-69AADE967D8E}"/>
              </a:ext>
            </a:extLst>
          </p:cNvPr>
          <p:cNvSpPr>
            <a:spLocks noGrp="1"/>
          </p:cNvSpPr>
          <p:nvPr>
            <p:ph type="body" sz="quarter" idx="15" hasCustomPrompt="1"/>
          </p:nvPr>
        </p:nvSpPr>
        <p:spPr>
          <a:xfrm>
            <a:off x="2697480" y="1938528"/>
            <a:ext cx="1755648" cy="469447"/>
          </a:xfrm>
          <a:prstGeom prst="rect">
            <a:avLst/>
          </a:prstGeom>
        </p:spPr>
        <p:txBody>
          <a:bodyPr tIns="91440" bIns="91440" anchor="ctr" anchorCtr="0">
            <a:normAutofit/>
          </a:bodyPr>
          <a:lstStyle>
            <a:lvl1pPr marL="0" indent="0" algn="ctr">
              <a:lnSpc>
                <a:spcPct val="100000"/>
              </a:lnSpc>
              <a:spcBef>
                <a:spcPts val="0"/>
              </a:spcBef>
              <a:buNone/>
              <a:defRPr sz="1200" b="1" cap="all" baseline="0">
                <a:solidFill>
                  <a:schemeClr val="bg1"/>
                </a:solidFill>
              </a:defRPr>
            </a:lvl1pPr>
          </a:lstStyle>
          <a:p>
            <a:pPr lvl="0"/>
            <a:r>
              <a:rPr lang="en-US" dirty="0"/>
              <a:t>Primary label 2</a:t>
            </a:r>
          </a:p>
        </p:txBody>
      </p:sp>
      <p:sp>
        <p:nvSpPr>
          <p:cNvPr id="60" name="Text Placeholder 51">
            <a:extLst>
              <a:ext uri="{FF2B5EF4-FFF2-40B4-BE49-F238E27FC236}">
                <a16:creationId xmlns:a16="http://schemas.microsoft.com/office/drawing/2014/main" id="{6CA47948-5D9E-C95B-28D9-B834B899BDB5}"/>
              </a:ext>
            </a:extLst>
          </p:cNvPr>
          <p:cNvSpPr>
            <a:spLocks noGrp="1"/>
          </p:cNvSpPr>
          <p:nvPr>
            <p:ph type="body" sz="quarter" idx="16" hasCustomPrompt="1"/>
          </p:nvPr>
        </p:nvSpPr>
        <p:spPr>
          <a:xfrm>
            <a:off x="2679192" y="2633472"/>
            <a:ext cx="1783080" cy="329184"/>
          </a:xfrm>
          <a:prstGeom prst="rect">
            <a:avLst/>
          </a:prstGeom>
        </p:spPr>
        <p:txBody>
          <a:bodyPr tIns="91440" bIns="91440"/>
          <a:lstStyle>
            <a:lvl1pPr marL="0" indent="0" algn="ctr">
              <a:lnSpc>
                <a:spcPct val="100000"/>
              </a:lnSpc>
              <a:spcBef>
                <a:spcPts val="0"/>
              </a:spcBef>
              <a:spcAft>
                <a:spcPts val="1000"/>
              </a:spcAft>
              <a:buNone/>
              <a:defRPr sz="1000" b="1">
                <a:solidFill>
                  <a:srgbClr val="0B2340"/>
                </a:solidFill>
                <a:latin typeface="Aptos SemiBold" panose="020B0004020202020204" pitchFamily="34" charset="0"/>
              </a:defRPr>
            </a:lvl1pPr>
          </a:lstStyle>
          <a:p>
            <a:pPr lvl="0"/>
            <a:r>
              <a:rPr lang="en-US" dirty="0"/>
              <a:t>Secondary label</a:t>
            </a:r>
          </a:p>
        </p:txBody>
      </p:sp>
      <p:sp>
        <p:nvSpPr>
          <p:cNvPr id="61" name="Text Placeholder 55">
            <a:extLst>
              <a:ext uri="{FF2B5EF4-FFF2-40B4-BE49-F238E27FC236}">
                <a16:creationId xmlns:a16="http://schemas.microsoft.com/office/drawing/2014/main" id="{3D3D663E-C3D0-C184-D0DF-491DAF26B847}"/>
              </a:ext>
            </a:extLst>
          </p:cNvPr>
          <p:cNvSpPr>
            <a:spLocks noGrp="1"/>
          </p:cNvSpPr>
          <p:nvPr>
            <p:ph type="body" sz="quarter" idx="17" hasCustomPrompt="1"/>
          </p:nvPr>
        </p:nvSpPr>
        <p:spPr>
          <a:xfrm>
            <a:off x="2935224" y="2990088"/>
            <a:ext cx="1271016" cy="548640"/>
          </a:xfrm>
          <a:prstGeom prst="rect">
            <a:avLst/>
          </a:prstGeom>
        </p:spPr>
        <p:txBody>
          <a:bodyPr tIns="91440" bIns="91440" anchor="ctr" anchorCtr="0">
            <a:normAutofit/>
          </a:bodyPr>
          <a:lstStyle>
            <a:lvl1pPr marL="0" indent="0" algn="ctr">
              <a:lnSpc>
                <a:spcPct val="80000"/>
              </a:lnSpc>
              <a:spcBef>
                <a:spcPts val="0"/>
              </a:spcBef>
              <a:spcAft>
                <a:spcPts val="0"/>
              </a:spcAft>
              <a:buNone/>
              <a:defRPr sz="2600">
                <a:solidFill>
                  <a:schemeClr val="accent5"/>
                </a:solidFill>
                <a:latin typeface="Aptos ExtraBold" panose="020B0004020202020204" pitchFamily="34" charset="0"/>
              </a:defRPr>
            </a:lvl1pPr>
          </a:lstStyle>
          <a:p>
            <a:pPr lvl="0"/>
            <a:r>
              <a:rPr lang="en-US" dirty="0"/>
              <a:t>00%</a:t>
            </a:r>
          </a:p>
        </p:txBody>
      </p:sp>
      <p:sp>
        <p:nvSpPr>
          <p:cNvPr id="62" name="Text Placeholder 57">
            <a:extLst>
              <a:ext uri="{FF2B5EF4-FFF2-40B4-BE49-F238E27FC236}">
                <a16:creationId xmlns:a16="http://schemas.microsoft.com/office/drawing/2014/main" id="{EE94BB1B-2983-2A36-9B03-167FE25CB81C}"/>
              </a:ext>
            </a:extLst>
          </p:cNvPr>
          <p:cNvSpPr>
            <a:spLocks noGrp="1"/>
          </p:cNvSpPr>
          <p:nvPr>
            <p:ph type="body" sz="quarter" idx="18" hasCustomPrompt="1"/>
          </p:nvPr>
        </p:nvSpPr>
        <p:spPr>
          <a:xfrm>
            <a:off x="3076956" y="3465576"/>
            <a:ext cx="987552" cy="411480"/>
          </a:xfrm>
          <a:prstGeom prst="rect">
            <a:avLst/>
          </a:prstGeom>
        </p:spPr>
        <p:txBody>
          <a:bodyPr tIns="91440" bIns="91440"/>
          <a:lstStyle>
            <a:lvl1pPr marL="0" indent="0" algn="ctr">
              <a:lnSpc>
                <a:spcPct val="100000"/>
              </a:lnSpc>
              <a:spcBef>
                <a:spcPts val="0"/>
              </a:spcBef>
              <a:spcAft>
                <a:spcPts val="1000"/>
              </a:spcAft>
              <a:buNone/>
              <a:defRPr sz="1100" b="1">
                <a:latin typeface="Aptos" panose="020B0004020202020204" pitchFamily="34" charset="0"/>
              </a:defRPr>
            </a:lvl1pPr>
          </a:lstStyle>
          <a:p>
            <a:pPr lvl="0"/>
            <a:r>
              <a:rPr lang="en-US" dirty="0"/>
              <a:t>Stat detail</a:t>
            </a:r>
          </a:p>
        </p:txBody>
      </p:sp>
      <p:sp>
        <p:nvSpPr>
          <p:cNvPr id="63" name="Text Placeholder 49">
            <a:extLst>
              <a:ext uri="{FF2B5EF4-FFF2-40B4-BE49-F238E27FC236}">
                <a16:creationId xmlns:a16="http://schemas.microsoft.com/office/drawing/2014/main" id="{7A6E60FA-B8AD-6ACE-3372-104132824C49}"/>
              </a:ext>
            </a:extLst>
          </p:cNvPr>
          <p:cNvSpPr>
            <a:spLocks noGrp="1"/>
          </p:cNvSpPr>
          <p:nvPr>
            <p:ph type="body" sz="quarter" idx="19" hasCustomPrompt="1"/>
          </p:nvPr>
        </p:nvSpPr>
        <p:spPr>
          <a:xfrm>
            <a:off x="4700016" y="1938528"/>
            <a:ext cx="1755648" cy="469447"/>
          </a:xfrm>
          <a:prstGeom prst="rect">
            <a:avLst/>
          </a:prstGeom>
        </p:spPr>
        <p:txBody>
          <a:bodyPr tIns="91440" bIns="91440" anchor="ctr" anchorCtr="0">
            <a:normAutofit/>
          </a:bodyPr>
          <a:lstStyle>
            <a:lvl1pPr marL="0" indent="0" algn="ctr">
              <a:lnSpc>
                <a:spcPct val="100000"/>
              </a:lnSpc>
              <a:spcBef>
                <a:spcPts val="0"/>
              </a:spcBef>
              <a:buNone/>
              <a:defRPr sz="1200" b="1" cap="all" baseline="0">
                <a:solidFill>
                  <a:srgbClr val="032044"/>
                </a:solidFill>
              </a:defRPr>
            </a:lvl1pPr>
          </a:lstStyle>
          <a:p>
            <a:pPr lvl="0"/>
            <a:r>
              <a:rPr lang="en-US" dirty="0"/>
              <a:t>Primary label 3</a:t>
            </a:r>
          </a:p>
        </p:txBody>
      </p:sp>
      <p:sp>
        <p:nvSpPr>
          <p:cNvPr id="64" name="Text Placeholder 51">
            <a:extLst>
              <a:ext uri="{FF2B5EF4-FFF2-40B4-BE49-F238E27FC236}">
                <a16:creationId xmlns:a16="http://schemas.microsoft.com/office/drawing/2014/main" id="{9230B452-7302-6C5E-71DF-A56EC007DBDD}"/>
              </a:ext>
            </a:extLst>
          </p:cNvPr>
          <p:cNvSpPr>
            <a:spLocks noGrp="1"/>
          </p:cNvSpPr>
          <p:nvPr>
            <p:ph type="body" sz="quarter" idx="20" hasCustomPrompt="1"/>
          </p:nvPr>
        </p:nvSpPr>
        <p:spPr>
          <a:xfrm>
            <a:off x="4681728" y="2633472"/>
            <a:ext cx="1783080" cy="329184"/>
          </a:xfrm>
          <a:prstGeom prst="rect">
            <a:avLst/>
          </a:prstGeom>
        </p:spPr>
        <p:txBody>
          <a:bodyPr tIns="91440" bIns="91440"/>
          <a:lstStyle>
            <a:lvl1pPr marL="0" indent="0" algn="ctr">
              <a:lnSpc>
                <a:spcPct val="100000"/>
              </a:lnSpc>
              <a:spcBef>
                <a:spcPts val="0"/>
              </a:spcBef>
              <a:spcAft>
                <a:spcPts val="1000"/>
              </a:spcAft>
              <a:buNone/>
              <a:defRPr sz="1000" b="1">
                <a:solidFill>
                  <a:srgbClr val="0B2340"/>
                </a:solidFill>
                <a:latin typeface="Aptos SemiBold" panose="020B0004020202020204" pitchFamily="34" charset="0"/>
              </a:defRPr>
            </a:lvl1pPr>
          </a:lstStyle>
          <a:p>
            <a:pPr lvl="0"/>
            <a:r>
              <a:rPr lang="en-US" dirty="0"/>
              <a:t>Secondary label</a:t>
            </a:r>
          </a:p>
        </p:txBody>
      </p:sp>
      <p:sp>
        <p:nvSpPr>
          <p:cNvPr id="65" name="Text Placeholder 55">
            <a:extLst>
              <a:ext uri="{FF2B5EF4-FFF2-40B4-BE49-F238E27FC236}">
                <a16:creationId xmlns:a16="http://schemas.microsoft.com/office/drawing/2014/main" id="{3F762503-4CA3-18C7-DA25-C4154782EF07}"/>
              </a:ext>
            </a:extLst>
          </p:cNvPr>
          <p:cNvSpPr>
            <a:spLocks noGrp="1"/>
          </p:cNvSpPr>
          <p:nvPr>
            <p:ph type="body" sz="quarter" idx="21" hasCustomPrompt="1"/>
          </p:nvPr>
        </p:nvSpPr>
        <p:spPr>
          <a:xfrm>
            <a:off x="4937760" y="2990088"/>
            <a:ext cx="1271016" cy="548640"/>
          </a:xfrm>
          <a:prstGeom prst="rect">
            <a:avLst/>
          </a:prstGeom>
        </p:spPr>
        <p:txBody>
          <a:bodyPr tIns="91440" bIns="91440" anchor="ctr" anchorCtr="0">
            <a:normAutofit/>
          </a:bodyPr>
          <a:lstStyle>
            <a:lvl1pPr marL="0" indent="0" algn="ctr">
              <a:lnSpc>
                <a:spcPct val="80000"/>
              </a:lnSpc>
              <a:spcBef>
                <a:spcPts val="0"/>
              </a:spcBef>
              <a:spcAft>
                <a:spcPts val="0"/>
              </a:spcAft>
              <a:buNone/>
              <a:defRPr sz="2600">
                <a:solidFill>
                  <a:schemeClr val="accent5"/>
                </a:solidFill>
                <a:latin typeface="Aptos ExtraBold" panose="020B0004020202020204" pitchFamily="34" charset="0"/>
              </a:defRPr>
            </a:lvl1pPr>
          </a:lstStyle>
          <a:p>
            <a:pPr lvl="0"/>
            <a:r>
              <a:rPr lang="en-US" dirty="0"/>
              <a:t>00%</a:t>
            </a:r>
          </a:p>
        </p:txBody>
      </p:sp>
      <p:sp>
        <p:nvSpPr>
          <p:cNvPr id="66" name="Text Placeholder 57">
            <a:extLst>
              <a:ext uri="{FF2B5EF4-FFF2-40B4-BE49-F238E27FC236}">
                <a16:creationId xmlns:a16="http://schemas.microsoft.com/office/drawing/2014/main" id="{A425B372-10F5-5D0E-74D6-44477954E4BB}"/>
              </a:ext>
            </a:extLst>
          </p:cNvPr>
          <p:cNvSpPr>
            <a:spLocks noGrp="1"/>
          </p:cNvSpPr>
          <p:nvPr>
            <p:ph type="body" sz="quarter" idx="22" hasCustomPrompt="1"/>
          </p:nvPr>
        </p:nvSpPr>
        <p:spPr>
          <a:xfrm>
            <a:off x="5079492" y="3465576"/>
            <a:ext cx="987552" cy="411480"/>
          </a:xfrm>
          <a:prstGeom prst="rect">
            <a:avLst/>
          </a:prstGeom>
        </p:spPr>
        <p:txBody>
          <a:bodyPr tIns="91440" bIns="91440"/>
          <a:lstStyle>
            <a:lvl1pPr marL="0" indent="0" algn="ctr">
              <a:lnSpc>
                <a:spcPct val="100000"/>
              </a:lnSpc>
              <a:spcBef>
                <a:spcPts val="0"/>
              </a:spcBef>
              <a:spcAft>
                <a:spcPts val="1000"/>
              </a:spcAft>
              <a:buNone/>
              <a:defRPr sz="1100" b="1">
                <a:latin typeface="Aptos" panose="020B0004020202020204" pitchFamily="34" charset="0"/>
              </a:defRPr>
            </a:lvl1pPr>
          </a:lstStyle>
          <a:p>
            <a:pPr lvl="0"/>
            <a:r>
              <a:rPr lang="en-US" dirty="0"/>
              <a:t>Stat detail</a:t>
            </a:r>
          </a:p>
        </p:txBody>
      </p:sp>
      <p:sp>
        <p:nvSpPr>
          <p:cNvPr id="67" name="Text Placeholder 49">
            <a:extLst>
              <a:ext uri="{FF2B5EF4-FFF2-40B4-BE49-F238E27FC236}">
                <a16:creationId xmlns:a16="http://schemas.microsoft.com/office/drawing/2014/main" id="{69AA5989-340F-884E-56BB-F0415B5818E0}"/>
              </a:ext>
            </a:extLst>
          </p:cNvPr>
          <p:cNvSpPr>
            <a:spLocks noGrp="1"/>
          </p:cNvSpPr>
          <p:nvPr>
            <p:ph type="body" sz="quarter" idx="23" hasCustomPrompt="1"/>
          </p:nvPr>
        </p:nvSpPr>
        <p:spPr>
          <a:xfrm>
            <a:off x="6702552" y="1938528"/>
            <a:ext cx="1755648" cy="469447"/>
          </a:xfrm>
          <a:prstGeom prst="rect">
            <a:avLst/>
          </a:prstGeom>
        </p:spPr>
        <p:txBody>
          <a:bodyPr tIns="91440" bIns="91440" anchor="ctr" anchorCtr="0">
            <a:normAutofit/>
          </a:bodyPr>
          <a:lstStyle>
            <a:lvl1pPr marL="0" indent="0" algn="ctr">
              <a:lnSpc>
                <a:spcPct val="100000"/>
              </a:lnSpc>
              <a:spcBef>
                <a:spcPts val="0"/>
              </a:spcBef>
              <a:buNone/>
              <a:defRPr sz="1200" b="1" cap="all" baseline="0">
                <a:solidFill>
                  <a:schemeClr val="bg1"/>
                </a:solidFill>
              </a:defRPr>
            </a:lvl1pPr>
          </a:lstStyle>
          <a:p>
            <a:pPr lvl="0"/>
            <a:r>
              <a:rPr lang="en-US" dirty="0"/>
              <a:t>Primary label 4</a:t>
            </a:r>
          </a:p>
        </p:txBody>
      </p:sp>
      <p:sp>
        <p:nvSpPr>
          <p:cNvPr id="68" name="Text Placeholder 51">
            <a:extLst>
              <a:ext uri="{FF2B5EF4-FFF2-40B4-BE49-F238E27FC236}">
                <a16:creationId xmlns:a16="http://schemas.microsoft.com/office/drawing/2014/main" id="{2B3621DC-FB31-B59C-D3CA-59B000F5DEBD}"/>
              </a:ext>
            </a:extLst>
          </p:cNvPr>
          <p:cNvSpPr>
            <a:spLocks noGrp="1"/>
          </p:cNvSpPr>
          <p:nvPr>
            <p:ph type="body" sz="quarter" idx="24" hasCustomPrompt="1"/>
          </p:nvPr>
        </p:nvSpPr>
        <p:spPr>
          <a:xfrm>
            <a:off x="6693408" y="2633472"/>
            <a:ext cx="1783080" cy="329184"/>
          </a:xfrm>
          <a:prstGeom prst="rect">
            <a:avLst/>
          </a:prstGeom>
        </p:spPr>
        <p:txBody>
          <a:bodyPr tIns="91440" bIns="91440"/>
          <a:lstStyle>
            <a:lvl1pPr marL="0" indent="0" algn="ctr">
              <a:lnSpc>
                <a:spcPct val="100000"/>
              </a:lnSpc>
              <a:spcBef>
                <a:spcPts val="0"/>
              </a:spcBef>
              <a:spcAft>
                <a:spcPts val="1000"/>
              </a:spcAft>
              <a:buNone/>
              <a:defRPr sz="1000" b="1">
                <a:solidFill>
                  <a:srgbClr val="0B2340"/>
                </a:solidFill>
                <a:latin typeface="Aptos SemiBold" panose="020B0004020202020204" pitchFamily="34" charset="0"/>
              </a:defRPr>
            </a:lvl1pPr>
          </a:lstStyle>
          <a:p>
            <a:pPr lvl="0"/>
            <a:r>
              <a:rPr lang="en-US" dirty="0"/>
              <a:t>Secondary label</a:t>
            </a:r>
          </a:p>
        </p:txBody>
      </p:sp>
      <p:sp>
        <p:nvSpPr>
          <p:cNvPr id="69" name="Text Placeholder 55">
            <a:extLst>
              <a:ext uri="{FF2B5EF4-FFF2-40B4-BE49-F238E27FC236}">
                <a16:creationId xmlns:a16="http://schemas.microsoft.com/office/drawing/2014/main" id="{551CBEA4-5223-CEEF-2B49-16AE586C9E80}"/>
              </a:ext>
            </a:extLst>
          </p:cNvPr>
          <p:cNvSpPr>
            <a:spLocks noGrp="1"/>
          </p:cNvSpPr>
          <p:nvPr>
            <p:ph type="body" sz="quarter" idx="25" hasCustomPrompt="1"/>
          </p:nvPr>
        </p:nvSpPr>
        <p:spPr>
          <a:xfrm>
            <a:off x="6949440" y="2990088"/>
            <a:ext cx="1271016" cy="548640"/>
          </a:xfrm>
          <a:prstGeom prst="rect">
            <a:avLst/>
          </a:prstGeom>
        </p:spPr>
        <p:txBody>
          <a:bodyPr tIns="91440" bIns="91440" anchor="ctr" anchorCtr="0">
            <a:normAutofit/>
          </a:bodyPr>
          <a:lstStyle>
            <a:lvl1pPr marL="0" indent="0" algn="ctr">
              <a:lnSpc>
                <a:spcPct val="80000"/>
              </a:lnSpc>
              <a:spcBef>
                <a:spcPts val="0"/>
              </a:spcBef>
              <a:spcAft>
                <a:spcPts val="0"/>
              </a:spcAft>
              <a:buNone/>
              <a:defRPr sz="2600">
                <a:solidFill>
                  <a:schemeClr val="accent5"/>
                </a:solidFill>
                <a:latin typeface="Aptos ExtraBold" panose="020B0004020202020204" pitchFamily="34" charset="0"/>
              </a:defRPr>
            </a:lvl1pPr>
          </a:lstStyle>
          <a:p>
            <a:pPr lvl="0"/>
            <a:r>
              <a:rPr lang="en-US" dirty="0"/>
              <a:t>00%</a:t>
            </a:r>
          </a:p>
        </p:txBody>
      </p:sp>
      <p:sp>
        <p:nvSpPr>
          <p:cNvPr id="70" name="Text Placeholder 57">
            <a:extLst>
              <a:ext uri="{FF2B5EF4-FFF2-40B4-BE49-F238E27FC236}">
                <a16:creationId xmlns:a16="http://schemas.microsoft.com/office/drawing/2014/main" id="{7B5ADB73-869B-A751-DDDC-4D8E3D94E8AD}"/>
              </a:ext>
            </a:extLst>
          </p:cNvPr>
          <p:cNvSpPr>
            <a:spLocks noGrp="1"/>
          </p:cNvSpPr>
          <p:nvPr>
            <p:ph type="body" sz="quarter" idx="26" hasCustomPrompt="1"/>
          </p:nvPr>
        </p:nvSpPr>
        <p:spPr>
          <a:xfrm>
            <a:off x="7091172" y="3465576"/>
            <a:ext cx="987552" cy="411480"/>
          </a:xfrm>
          <a:prstGeom prst="rect">
            <a:avLst/>
          </a:prstGeom>
        </p:spPr>
        <p:txBody>
          <a:bodyPr tIns="91440" bIns="91440"/>
          <a:lstStyle>
            <a:lvl1pPr marL="0" indent="0" algn="ctr">
              <a:lnSpc>
                <a:spcPct val="100000"/>
              </a:lnSpc>
              <a:spcBef>
                <a:spcPts val="0"/>
              </a:spcBef>
              <a:spcAft>
                <a:spcPts val="1000"/>
              </a:spcAft>
              <a:buNone/>
              <a:defRPr sz="1100" b="1">
                <a:latin typeface="Aptos" panose="020B0004020202020204" pitchFamily="34" charset="0"/>
              </a:defRPr>
            </a:lvl1pPr>
          </a:lstStyle>
          <a:p>
            <a:pPr lvl="0"/>
            <a:r>
              <a:rPr lang="en-US" dirty="0"/>
              <a:t>Stat detail</a:t>
            </a:r>
          </a:p>
        </p:txBody>
      </p:sp>
      <p:pic>
        <p:nvPicPr>
          <p:cNvPr id="4" name="Picture 3">
            <a:extLst>
              <a:ext uri="{FF2B5EF4-FFF2-40B4-BE49-F238E27FC236}">
                <a16:creationId xmlns:a16="http://schemas.microsoft.com/office/drawing/2014/main" id="{26EAEB53-1F64-2508-DE52-1109EA853240}"/>
              </a:ext>
            </a:extLst>
          </p:cNvPr>
          <p:cNvPicPr>
            <a:picLocks noChangeAspect="1"/>
          </p:cNvPicPr>
          <p:nvPr userDrawn="1"/>
        </p:nvPicPr>
        <p:blipFill>
          <a:blip r:embed="rId3"/>
          <a:srcRect/>
          <a:stretch/>
        </p:blipFill>
        <p:spPr>
          <a:xfrm>
            <a:off x="7344937" y="4601406"/>
            <a:ext cx="1657783" cy="511928"/>
          </a:xfrm>
          <a:prstGeom prst="rect">
            <a:avLst/>
          </a:prstGeom>
        </p:spPr>
      </p:pic>
    </p:spTree>
    <p:extLst>
      <p:ext uri="{BB962C8B-B14F-4D97-AF65-F5344CB8AC3E}">
        <p14:creationId xmlns:p14="http://schemas.microsoft.com/office/powerpoint/2010/main" val="327577198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ing, Label 2">
    <p:bg>
      <p:bgPr>
        <a:solidFill>
          <a:srgbClr val="D3430D"/>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822426C1-429F-5686-F707-A925FD85CAC6}"/>
              </a:ext>
            </a:extLst>
          </p:cNvPr>
          <p:cNvPicPr>
            <a:picLocks noChangeAspect="1"/>
          </p:cNvPicPr>
          <p:nvPr userDrawn="1"/>
        </p:nvPicPr>
        <p:blipFill>
          <a:blip r:embed="rId2" cstate="screen">
            <a:alphaModFix amt="17000"/>
            <a:extLst>
              <a:ext uri="{28A0092B-C50C-407E-A947-70E740481C1C}">
                <a14:useLocalDpi xmlns:a14="http://schemas.microsoft.com/office/drawing/2010/main"/>
              </a:ext>
            </a:extLst>
          </a:blip>
          <a:srcRect/>
          <a:stretch/>
        </p:blipFill>
        <p:spPr>
          <a:xfrm>
            <a:off x="0" y="0"/>
            <a:ext cx="5764696" cy="5212080"/>
          </a:xfrm>
          <a:prstGeom prst="rect">
            <a:avLst/>
          </a:prstGeom>
        </p:spPr>
      </p:pic>
      <p:sp>
        <p:nvSpPr>
          <p:cNvPr id="4" name="AutoShape 5">
            <a:extLst>
              <a:ext uri="{FF2B5EF4-FFF2-40B4-BE49-F238E27FC236}">
                <a16:creationId xmlns:a16="http://schemas.microsoft.com/office/drawing/2014/main" id="{376D9AB6-74F0-BE42-FB4F-E09DA5AB852D}"/>
              </a:ext>
            </a:extLst>
          </p:cNvPr>
          <p:cNvSpPr/>
          <p:nvPr userDrawn="1"/>
        </p:nvSpPr>
        <p:spPr>
          <a:xfrm flipV="1">
            <a:off x="689772" y="892172"/>
            <a:ext cx="4031857" cy="0"/>
          </a:xfrm>
          <a:prstGeom prst="line">
            <a:avLst/>
          </a:prstGeom>
          <a:ln w="25400" cap="flat">
            <a:solidFill>
              <a:srgbClr val="F8F4F1"/>
            </a:solidFill>
            <a:prstDash val="solid"/>
            <a:headEnd type="none" w="sm" len="sm"/>
            <a:tailEnd type="none" w="sm" len="sm"/>
          </a:ln>
        </p:spPr>
        <p:txBody>
          <a:bodyPr/>
          <a:lstStyle/>
          <a:p>
            <a:endParaRPr lang="en-US" sz="1013">
              <a:solidFill>
                <a:schemeClr val="tx2"/>
              </a:solidFill>
            </a:endParaRPr>
          </a:p>
        </p:txBody>
      </p:sp>
      <p:sp>
        <p:nvSpPr>
          <p:cNvPr id="5" name="Google Shape;1494;p292">
            <a:extLst>
              <a:ext uri="{FF2B5EF4-FFF2-40B4-BE49-F238E27FC236}">
                <a16:creationId xmlns:a16="http://schemas.microsoft.com/office/drawing/2014/main" id="{145B6950-3458-D29B-9DB1-1A367944F5AF}"/>
              </a:ext>
            </a:extLst>
          </p:cNvPr>
          <p:cNvSpPr/>
          <p:nvPr userDrawn="1"/>
        </p:nvSpPr>
        <p:spPr>
          <a:xfrm>
            <a:off x="703887" y="1937623"/>
            <a:ext cx="1759209" cy="2192306"/>
          </a:xfrm>
          <a:prstGeom prst="rect">
            <a:avLst/>
          </a:prstGeom>
          <a:solidFill>
            <a:srgbClr val="FFFFFF"/>
          </a:solidFill>
          <a:ln>
            <a:noFill/>
          </a:ln>
        </p:spPr>
        <p:txBody>
          <a:bodyPr spcFirstLastPara="1" wrap="square" lIns="91425" tIns="91425" rIns="91425" bIns="91425" anchor="ctr" anchorCtr="0">
            <a:normAutofit/>
          </a:bodyPr>
          <a:lstStyle/>
          <a:p>
            <a:endParaRPr/>
          </a:p>
        </p:txBody>
      </p:sp>
      <p:sp>
        <p:nvSpPr>
          <p:cNvPr id="6" name="Google Shape;1495;p292">
            <a:extLst>
              <a:ext uri="{FF2B5EF4-FFF2-40B4-BE49-F238E27FC236}">
                <a16:creationId xmlns:a16="http://schemas.microsoft.com/office/drawing/2014/main" id="{FB01A057-2A02-0D4A-4574-D331295C8551}"/>
              </a:ext>
            </a:extLst>
          </p:cNvPr>
          <p:cNvSpPr/>
          <p:nvPr userDrawn="1"/>
        </p:nvSpPr>
        <p:spPr>
          <a:xfrm>
            <a:off x="2701421" y="1937623"/>
            <a:ext cx="1759209" cy="2192306"/>
          </a:xfrm>
          <a:prstGeom prst="rect">
            <a:avLst/>
          </a:prstGeom>
          <a:solidFill>
            <a:srgbClr val="FFFFFF"/>
          </a:solidFill>
          <a:ln>
            <a:noFill/>
          </a:ln>
        </p:spPr>
        <p:txBody>
          <a:bodyPr spcFirstLastPara="1" wrap="square" lIns="91425" tIns="91425" rIns="91425" bIns="91425" anchor="ctr" anchorCtr="0">
            <a:normAutofit/>
          </a:bodyPr>
          <a:lstStyle/>
          <a:p>
            <a:endParaRPr/>
          </a:p>
        </p:txBody>
      </p:sp>
      <p:sp>
        <p:nvSpPr>
          <p:cNvPr id="7" name="Google Shape;1496;p292">
            <a:extLst>
              <a:ext uri="{FF2B5EF4-FFF2-40B4-BE49-F238E27FC236}">
                <a16:creationId xmlns:a16="http://schemas.microsoft.com/office/drawing/2014/main" id="{5560B578-5C3B-C52F-500E-91981FD9D185}"/>
              </a:ext>
            </a:extLst>
          </p:cNvPr>
          <p:cNvSpPr/>
          <p:nvPr userDrawn="1"/>
        </p:nvSpPr>
        <p:spPr>
          <a:xfrm>
            <a:off x="4698973" y="1937623"/>
            <a:ext cx="1759209" cy="2192306"/>
          </a:xfrm>
          <a:prstGeom prst="rect">
            <a:avLst/>
          </a:prstGeom>
          <a:solidFill>
            <a:srgbClr val="FFFFFF"/>
          </a:solidFill>
          <a:ln>
            <a:noFill/>
          </a:ln>
        </p:spPr>
        <p:txBody>
          <a:bodyPr spcFirstLastPara="1" wrap="square" lIns="91425" tIns="91425" rIns="91425" bIns="91425" anchor="ctr" anchorCtr="0">
            <a:normAutofit/>
          </a:bodyPr>
          <a:lstStyle/>
          <a:p>
            <a:endParaRPr/>
          </a:p>
        </p:txBody>
      </p:sp>
      <p:sp>
        <p:nvSpPr>
          <p:cNvPr id="8" name="Google Shape;1496;p292">
            <a:extLst>
              <a:ext uri="{FF2B5EF4-FFF2-40B4-BE49-F238E27FC236}">
                <a16:creationId xmlns:a16="http://schemas.microsoft.com/office/drawing/2014/main" id="{FBDD82D9-2B40-E246-DD32-FD8E45D4D644}"/>
              </a:ext>
            </a:extLst>
          </p:cNvPr>
          <p:cNvSpPr/>
          <p:nvPr userDrawn="1"/>
        </p:nvSpPr>
        <p:spPr>
          <a:xfrm>
            <a:off x="6703680" y="1937623"/>
            <a:ext cx="1759209" cy="2192306"/>
          </a:xfrm>
          <a:prstGeom prst="rect">
            <a:avLst/>
          </a:prstGeom>
          <a:solidFill>
            <a:srgbClr val="FFFFFF"/>
          </a:solidFill>
          <a:ln>
            <a:noFill/>
          </a:ln>
        </p:spPr>
        <p:txBody>
          <a:bodyPr spcFirstLastPara="1" wrap="square" lIns="91425" tIns="91425" rIns="91425" bIns="91425" anchor="ctr" anchorCtr="0">
            <a:normAutofit/>
          </a:bodyPr>
          <a:lstStyle/>
          <a:p>
            <a:endParaRPr/>
          </a:p>
        </p:txBody>
      </p:sp>
      <p:sp>
        <p:nvSpPr>
          <p:cNvPr id="28" name="Title 18">
            <a:extLst>
              <a:ext uri="{FF2B5EF4-FFF2-40B4-BE49-F238E27FC236}">
                <a16:creationId xmlns:a16="http://schemas.microsoft.com/office/drawing/2014/main" id="{72ADD561-73EE-50DF-3016-2FA9D45EBFC8}"/>
              </a:ext>
            </a:extLst>
          </p:cNvPr>
          <p:cNvSpPr>
            <a:spLocks noGrp="1"/>
          </p:cNvSpPr>
          <p:nvPr>
            <p:ph type="title" hasCustomPrompt="1"/>
          </p:nvPr>
        </p:nvSpPr>
        <p:spPr>
          <a:xfrm>
            <a:off x="585216" y="420243"/>
            <a:ext cx="6867144" cy="429768"/>
          </a:xfrm>
          <a:prstGeom prst="rect">
            <a:avLst/>
          </a:prstGeom>
        </p:spPr>
        <p:txBody>
          <a:bodyPr anchor="b" anchorCtr="0">
            <a:spAutoFit/>
          </a:bodyPr>
          <a:lstStyle>
            <a:lvl1pPr>
              <a:defRPr sz="2400" b="1">
                <a:solidFill>
                  <a:srgbClr val="F8F4F1"/>
                </a:solidFill>
                <a:latin typeface="Aptos" panose="020B0004020202020204" pitchFamily="34" charset="0"/>
              </a:defRPr>
            </a:lvl1pPr>
          </a:lstStyle>
          <a:p>
            <a:r>
              <a:rPr lang="en-US" dirty="0"/>
              <a:t>This is a heading</a:t>
            </a:r>
          </a:p>
        </p:txBody>
      </p:sp>
      <p:sp>
        <p:nvSpPr>
          <p:cNvPr id="29" name="Text Placeholder 47">
            <a:extLst>
              <a:ext uri="{FF2B5EF4-FFF2-40B4-BE49-F238E27FC236}">
                <a16:creationId xmlns:a16="http://schemas.microsoft.com/office/drawing/2014/main" id="{B16C35A9-B754-AD2F-6684-5DE08D46A924}"/>
              </a:ext>
            </a:extLst>
          </p:cNvPr>
          <p:cNvSpPr>
            <a:spLocks noGrp="1"/>
          </p:cNvSpPr>
          <p:nvPr>
            <p:ph type="body" sz="quarter" idx="10" hasCustomPrompt="1"/>
          </p:nvPr>
        </p:nvSpPr>
        <p:spPr>
          <a:xfrm>
            <a:off x="612648" y="1005840"/>
            <a:ext cx="5843016" cy="649224"/>
          </a:xfrm>
          <a:prstGeom prst="rect">
            <a:avLst/>
          </a:prstGeom>
        </p:spPr>
        <p:txBody>
          <a:bodyPr>
            <a:spAutoFit/>
          </a:bodyPr>
          <a:lstStyle>
            <a:lvl1pPr marL="0" indent="0">
              <a:lnSpc>
                <a:spcPct val="114000"/>
              </a:lnSpc>
              <a:spcBef>
                <a:spcPts val="0"/>
              </a:spcBef>
              <a:spcAft>
                <a:spcPts val="1000"/>
              </a:spcAft>
              <a:buNone/>
              <a:defRPr sz="1600">
                <a:solidFill>
                  <a:schemeClr val="bg1"/>
                </a:solidFill>
              </a:defRPr>
            </a:lvl1pPr>
          </a:lstStyle>
          <a:p>
            <a:pPr lvl="0"/>
            <a:r>
              <a:rPr lang="en-US" dirty="0"/>
              <a:t>A write-up follows the heading. Keep the most important information on the slide. Toss the rest in the speaker notes.</a:t>
            </a:r>
          </a:p>
        </p:txBody>
      </p:sp>
      <p:sp>
        <p:nvSpPr>
          <p:cNvPr id="31" name="Text Placeholder 51">
            <a:extLst>
              <a:ext uri="{FF2B5EF4-FFF2-40B4-BE49-F238E27FC236}">
                <a16:creationId xmlns:a16="http://schemas.microsoft.com/office/drawing/2014/main" id="{A4BA8B1F-7B6F-68AD-E7C7-CF80349EDD3B}"/>
              </a:ext>
            </a:extLst>
          </p:cNvPr>
          <p:cNvSpPr>
            <a:spLocks noGrp="1"/>
          </p:cNvSpPr>
          <p:nvPr>
            <p:ph type="body" sz="quarter" idx="12" hasCustomPrompt="1"/>
          </p:nvPr>
        </p:nvSpPr>
        <p:spPr>
          <a:xfrm>
            <a:off x="694944" y="2633472"/>
            <a:ext cx="1783080" cy="329184"/>
          </a:xfrm>
          <a:prstGeom prst="rect">
            <a:avLst/>
          </a:prstGeom>
        </p:spPr>
        <p:txBody>
          <a:bodyPr tIns="91440" bIns="91440"/>
          <a:lstStyle>
            <a:lvl1pPr marL="0" indent="0" algn="ctr">
              <a:lnSpc>
                <a:spcPct val="100000"/>
              </a:lnSpc>
              <a:spcBef>
                <a:spcPts val="0"/>
              </a:spcBef>
              <a:spcAft>
                <a:spcPts val="1000"/>
              </a:spcAft>
              <a:buNone/>
              <a:defRPr sz="1000" b="1">
                <a:solidFill>
                  <a:srgbClr val="0B2340"/>
                </a:solidFill>
                <a:latin typeface="Aptos SemiBold" panose="020B0004020202020204" pitchFamily="34" charset="0"/>
              </a:defRPr>
            </a:lvl1pPr>
          </a:lstStyle>
          <a:p>
            <a:pPr lvl="0"/>
            <a:r>
              <a:rPr lang="en-US" dirty="0"/>
              <a:t>Secondary label</a:t>
            </a:r>
          </a:p>
        </p:txBody>
      </p:sp>
      <p:sp>
        <p:nvSpPr>
          <p:cNvPr id="32" name="Text Placeholder 55">
            <a:extLst>
              <a:ext uri="{FF2B5EF4-FFF2-40B4-BE49-F238E27FC236}">
                <a16:creationId xmlns:a16="http://schemas.microsoft.com/office/drawing/2014/main" id="{A27C3BED-9595-02EF-3495-6CC094920551}"/>
              </a:ext>
            </a:extLst>
          </p:cNvPr>
          <p:cNvSpPr>
            <a:spLocks noGrp="1"/>
          </p:cNvSpPr>
          <p:nvPr>
            <p:ph type="body" sz="quarter" idx="13" hasCustomPrompt="1"/>
          </p:nvPr>
        </p:nvSpPr>
        <p:spPr>
          <a:xfrm>
            <a:off x="950976" y="2990088"/>
            <a:ext cx="1271016" cy="548640"/>
          </a:xfrm>
          <a:prstGeom prst="rect">
            <a:avLst/>
          </a:prstGeom>
        </p:spPr>
        <p:txBody>
          <a:bodyPr tIns="91440" bIns="91440" anchor="ctr" anchorCtr="0">
            <a:normAutofit/>
          </a:bodyPr>
          <a:lstStyle>
            <a:lvl1pPr marL="0" indent="0" algn="ctr">
              <a:lnSpc>
                <a:spcPct val="80000"/>
              </a:lnSpc>
              <a:spcBef>
                <a:spcPts val="0"/>
              </a:spcBef>
              <a:spcAft>
                <a:spcPts val="0"/>
              </a:spcAft>
              <a:buNone/>
              <a:defRPr sz="2600">
                <a:solidFill>
                  <a:schemeClr val="accent5"/>
                </a:solidFill>
                <a:latin typeface="Aptos ExtraBold" panose="020B0004020202020204" pitchFamily="34" charset="0"/>
              </a:defRPr>
            </a:lvl1pPr>
          </a:lstStyle>
          <a:p>
            <a:pPr lvl="0"/>
            <a:r>
              <a:rPr lang="en-US" dirty="0"/>
              <a:t>00%</a:t>
            </a:r>
          </a:p>
        </p:txBody>
      </p:sp>
      <p:sp>
        <p:nvSpPr>
          <p:cNvPr id="33" name="Text Placeholder 57">
            <a:extLst>
              <a:ext uri="{FF2B5EF4-FFF2-40B4-BE49-F238E27FC236}">
                <a16:creationId xmlns:a16="http://schemas.microsoft.com/office/drawing/2014/main" id="{F34E5300-CA7F-9972-81EA-55AE14B6817A}"/>
              </a:ext>
            </a:extLst>
          </p:cNvPr>
          <p:cNvSpPr>
            <a:spLocks noGrp="1"/>
          </p:cNvSpPr>
          <p:nvPr>
            <p:ph type="body" sz="quarter" idx="14" hasCustomPrompt="1"/>
          </p:nvPr>
        </p:nvSpPr>
        <p:spPr>
          <a:xfrm>
            <a:off x="1092708" y="3465576"/>
            <a:ext cx="987552" cy="411480"/>
          </a:xfrm>
          <a:prstGeom prst="rect">
            <a:avLst/>
          </a:prstGeom>
        </p:spPr>
        <p:txBody>
          <a:bodyPr tIns="91440" bIns="91440"/>
          <a:lstStyle>
            <a:lvl1pPr marL="0" indent="0" algn="ctr">
              <a:lnSpc>
                <a:spcPct val="100000"/>
              </a:lnSpc>
              <a:spcBef>
                <a:spcPts val="0"/>
              </a:spcBef>
              <a:spcAft>
                <a:spcPts val="1000"/>
              </a:spcAft>
              <a:buNone/>
              <a:defRPr sz="1100" b="1">
                <a:latin typeface="Aptos" panose="020B0004020202020204" pitchFamily="34" charset="0"/>
              </a:defRPr>
            </a:lvl1pPr>
          </a:lstStyle>
          <a:p>
            <a:pPr lvl="0"/>
            <a:r>
              <a:rPr lang="en-US" dirty="0"/>
              <a:t>Stat detail</a:t>
            </a:r>
          </a:p>
        </p:txBody>
      </p:sp>
      <p:sp>
        <p:nvSpPr>
          <p:cNvPr id="35" name="Text Placeholder 51">
            <a:extLst>
              <a:ext uri="{FF2B5EF4-FFF2-40B4-BE49-F238E27FC236}">
                <a16:creationId xmlns:a16="http://schemas.microsoft.com/office/drawing/2014/main" id="{7292D8E2-F3B7-7CC2-000B-5BB09CFDAAD5}"/>
              </a:ext>
            </a:extLst>
          </p:cNvPr>
          <p:cNvSpPr>
            <a:spLocks noGrp="1"/>
          </p:cNvSpPr>
          <p:nvPr>
            <p:ph type="body" sz="quarter" idx="16" hasCustomPrompt="1"/>
          </p:nvPr>
        </p:nvSpPr>
        <p:spPr>
          <a:xfrm>
            <a:off x="2679192" y="2633472"/>
            <a:ext cx="1783080" cy="329184"/>
          </a:xfrm>
          <a:prstGeom prst="rect">
            <a:avLst/>
          </a:prstGeom>
        </p:spPr>
        <p:txBody>
          <a:bodyPr tIns="91440" bIns="91440"/>
          <a:lstStyle>
            <a:lvl1pPr marL="0" indent="0" algn="ctr">
              <a:lnSpc>
                <a:spcPct val="100000"/>
              </a:lnSpc>
              <a:spcBef>
                <a:spcPts val="0"/>
              </a:spcBef>
              <a:spcAft>
                <a:spcPts val="1000"/>
              </a:spcAft>
              <a:buNone/>
              <a:defRPr sz="1000" b="1">
                <a:solidFill>
                  <a:srgbClr val="0B2340"/>
                </a:solidFill>
                <a:latin typeface="Aptos SemiBold" panose="020B0004020202020204" pitchFamily="34" charset="0"/>
              </a:defRPr>
            </a:lvl1pPr>
          </a:lstStyle>
          <a:p>
            <a:pPr lvl="0"/>
            <a:r>
              <a:rPr lang="en-US" dirty="0"/>
              <a:t>Secondary label</a:t>
            </a:r>
          </a:p>
        </p:txBody>
      </p:sp>
      <p:sp>
        <p:nvSpPr>
          <p:cNvPr id="36" name="Text Placeholder 55">
            <a:extLst>
              <a:ext uri="{FF2B5EF4-FFF2-40B4-BE49-F238E27FC236}">
                <a16:creationId xmlns:a16="http://schemas.microsoft.com/office/drawing/2014/main" id="{03A5E9F7-D3D7-14B2-0EEB-134AFB30919B}"/>
              </a:ext>
            </a:extLst>
          </p:cNvPr>
          <p:cNvSpPr>
            <a:spLocks noGrp="1"/>
          </p:cNvSpPr>
          <p:nvPr>
            <p:ph type="body" sz="quarter" idx="17" hasCustomPrompt="1"/>
          </p:nvPr>
        </p:nvSpPr>
        <p:spPr>
          <a:xfrm>
            <a:off x="2935224" y="2990088"/>
            <a:ext cx="1271016" cy="548640"/>
          </a:xfrm>
          <a:prstGeom prst="rect">
            <a:avLst/>
          </a:prstGeom>
        </p:spPr>
        <p:txBody>
          <a:bodyPr tIns="91440" bIns="91440" anchor="ctr" anchorCtr="0">
            <a:normAutofit/>
          </a:bodyPr>
          <a:lstStyle>
            <a:lvl1pPr marL="0" indent="0" algn="ctr">
              <a:lnSpc>
                <a:spcPct val="80000"/>
              </a:lnSpc>
              <a:spcBef>
                <a:spcPts val="0"/>
              </a:spcBef>
              <a:spcAft>
                <a:spcPts val="0"/>
              </a:spcAft>
              <a:buNone/>
              <a:defRPr sz="2600">
                <a:solidFill>
                  <a:schemeClr val="accent5"/>
                </a:solidFill>
                <a:latin typeface="Aptos ExtraBold" panose="020B0004020202020204" pitchFamily="34" charset="0"/>
              </a:defRPr>
            </a:lvl1pPr>
          </a:lstStyle>
          <a:p>
            <a:pPr lvl="0"/>
            <a:r>
              <a:rPr lang="en-US" dirty="0"/>
              <a:t>00%</a:t>
            </a:r>
          </a:p>
        </p:txBody>
      </p:sp>
      <p:sp>
        <p:nvSpPr>
          <p:cNvPr id="37" name="Text Placeholder 57">
            <a:extLst>
              <a:ext uri="{FF2B5EF4-FFF2-40B4-BE49-F238E27FC236}">
                <a16:creationId xmlns:a16="http://schemas.microsoft.com/office/drawing/2014/main" id="{286CEA96-F2D3-FB36-9ACE-2D863295E05C}"/>
              </a:ext>
            </a:extLst>
          </p:cNvPr>
          <p:cNvSpPr>
            <a:spLocks noGrp="1"/>
          </p:cNvSpPr>
          <p:nvPr>
            <p:ph type="body" sz="quarter" idx="18" hasCustomPrompt="1"/>
          </p:nvPr>
        </p:nvSpPr>
        <p:spPr>
          <a:xfrm>
            <a:off x="3076956" y="3465576"/>
            <a:ext cx="987552" cy="411480"/>
          </a:xfrm>
          <a:prstGeom prst="rect">
            <a:avLst/>
          </a:prstGeom>
        </p:spPr>
        <p:txBody>
          <a:bodyPr tIns="91440" bIns="91440"/>
          <a:lstStyle>
            <a:lvl1pPr marL="0" indent="0" algn="ctr">
              <a:lnSpc>
                <a:spcPct val="100000"/>
              </a:lnSpc>
              <a:spcBef>
                <a:spcPts val="0"/>
              </a:spcBef>
              <a:spcAft>
                <a:spcPts val="1000"/>
              </a:spcAft>
              <a:buNone/>
              <a:defRPr sz="1100" b="1">
                <a:latin typeface="Aptos" panose="020B0004020202020204" pitchFamily="34" charset="0"/>
              </a:defRPr>
            </a:lvl1pPr>
          </a:lstStyle>
          <a:p>
            <a:pPr lvl="0"/>
            <a:r>
              <a:rPr lang="en-US" dirty="0"/>
              <a:t>Stat detail</a:t>
            </a:r>
          </a:p>
        </p:txBody>
      </p:sp>
      <p:sp>
        <p:nvSpPr>
          <p:cNvPr id="39" name="Text Placeholder 51">
            <a:extLst>
              <a:ext uri="{FF2B5EF4-FFF2-40B4-BE49-F238E27FC236}">
                <a16:creationId xmlns:a16="http://schemas.microsoft.com/office/drawing/2014/main" id="{6B867D54-FF42-11F5-635F-37A18C4A6494}"/>
              </a:ext>
            </a:extLst>
          </p:cNvPr>
          <p:cNvSpPr>
            <a:spLocks noGrp="1"/>
          </p:cNvSpPr>
          <p:nvPr>
            <p:ph type="body" sz="quarter" idx="20" hasCustomPrompt="1"/>
          </p:nvPr>
        </p:nvSpPr>
        <p:spPr>
          <a:xfrm>
            <a:off x="4681728" y="2633472"/>
            <a:ext cx="1783080" cy="329184"/>
          </a:xfrm>
          <a:prstGeom prst="rect">
            <a:avLst/>
          </a:prstGeom>
        </p:spPr>
        <p:txBody>
          <a:bodyPr tIns="91440" bIns="91440"/>
          <a:lstStyle>
            <a:lvl1pPr marL="0" indent="0" algn="ctr">
              <a:lnSpc>
                <a:spcPct val="100000"/>
              </a:lnSpc>
              <a:spcBef>
                <a:spcPts val="0"/>
              </a:spcBef>
              <a:spcAft>
                <a:spcPts val="1000"/>
              </a:spcAft>
              <a:buNone/>
              <a:defRPr sz="1000" b="1">
                <a:solidFill>
                  <a:srgbClr val="0B2340"/>
                </a:solidFill>
                <a:latin typeface="Aptos SemiBold" panose="020B0004020202020204" pitchFamily="34" charset="0"/>
              </a:defRPr>
            </a:lvl1pPr>
          </a:lstStyle>
          <a:p>
            <a:pPr lvl="0"/>
            <a:r>
              <a:rPr lang="en-US" dirty="0"/>
              <a:t>Secondary label</a:t>
            </a:r>
          </a:p>
        </p:txBody>
      </p:sp>
      <p:sp>
        <p:nvSpPr>
          <p:cNvPr id="40" name="Text Placeholder 55">
            <a:extLst>
              <a:ext uri="{FF2B5EF4-FFF2-40B4-BE49-F238E27FC236}">
                <a16:creationId xmlns:a16="http://schemas.microsoft.com/office/drawing/2014/main" id="{49D79ECC-B973-0818-3C7E-ACD10D19BA98}"/>
              </a:ext>
            </a:extLst>
          </p:cNvPr>
          <p:cNvSpPr>
            <a:spLocks noGrp="1"/>
          </p:cNvSpPr>
          <p:nvPr>
            <p:ph type="body" sz="quarter" idx="21" hasCustomPrompt="1"/>
          </p:nvPr>
        </p:nvSpPr>
        <p:spPr>
          <a:xfrm>
            <a:off x="4937760" y="2990088"/>
            <a:ext cx="1271016" cy="548640"/>
          </a:xfrm>
          <a:prstGeom prst="rect">
            <a:avLst/>
          </a:prstGeom>
        </p:spPr>
        <p:txBody>
          <a:bodyPr tIns="91440" bIns="91440" anchor="ctr" anchorCtr="0">
            <a:normAutofit/>
          </a:bodyPr>
          <a:lstStyle>
            <a:lvl1pPr marL="0" indent="0" algn="ctr">
              <a:lnSpc>
                <a:spcPct val="80000"/>
              </a:lnSpc>
              <a:spcBef>
                <a:spcPts val="0"/>
              </a:spcBef>
              <a:spcAft>
                <a:spcPts val="0"/>
              </a:spcAft>
              <a:buNone/>
              <a:defRPr sz="2600">
                <a:solidFill>
                  <a:schemeClr val="accent5"/>
                </a:solidFill>
                <a:latin typeface="Aptos ExtraBold" panose="020B0004020202020204" pitchFamily="34" charset="0"/>
              </a:defRPr>
            </a:lvl1pPr>
          </a:lstStyle>
          <a:p>
            <a:pPr lvl="0"/>
            <a:r>
              <a:rPr lang="en-US" dirty="0"/>
              <a:t>00%</a:t>
            </a:r>
          </a:p>
        </p:txBody>
      </p:sp>
      <p:sp>
        <p:nvSpPr>
          <p:cNvPr id="41" name="Text Placeholder 57">
            <a:extLst>
              <a:ext uri="{FF2B5EF4-FFF2-40B4-BE49-F238E27FC236}">
                <a16:creationId xmlns:a16="http://schemas.microsoft.com/office/drawing/2014/main" id="{8CAC3D1D-3383-0820-4973-60EF4FB8AC22}"/>
              </a:ext>
            </a:extLst>
          </p:cNvPr>
          <p:cNvSpPr>
            <a:spLocks noGrp="1"/>
          </p:cNvSpPr>
          <p:nvPr>
            <p:ph type="body" sz="quarter" idx="22" hasCustomPrompt="1"/>
          </p:nvPr>
        </p:nvSpPr>
        <p:spPr>
          <a:xfrm>
            <a:off x="5079492" y="3465576"/>
            <a:ext cx="987552" cy="411480"/>
          </a:xfrm>
          <a:prstGeom prst="rect">
            <a:avLst/>
          </a:prstGeom>
        </p:spPr>
        <p:txBody>
          <a:bodyPr tIns="91440" bIns="91440"/>
          <a:lstStyle>
            <a:lvl1pPr marL="0" indent="0" algn="ctr">
              <a:lnSpc>
                <a:spcPct val="100000"/>
              </a:lnSpc>
              <a:spcBef>
                <a:spcPts val="0"/>
              </a:spcBef>
              <a:spcAft>
                <a:spcPts val="1000"/>
              </a:spcAft>
              <a:buNone/>
              <a:defRPr sz="1100" b="1">
                <a:latin typeface="Aptos" panose="020B0004020202020204" pitchFamily="34" charset="0"/>
              </a:defRPr>
            </a:lvl1pPr>
          </a:lstStyle>
          <a:p>
            <a:pPr lvl="0"/>
            <a:r>
              <a:rPr lang="en-US" dirty="0"/>
              <a:t>Stat detail</a:t>
            </a:r>
          </a:p>
        </p:txBody>
      </p:sp>
      <p:sp>
        <p:nvSpPr>
          <p:cNvPr id="43" name="Text Placeholder 51">
            <a:extLst>
              <a:ext uri="{FF2B5EF4-FFF2-40B4-BE49-F238E27FC236}">
                <a16:creationId xmlns:a16="http://schemas.microsoft.com/office/drawing/2014/main" id="{E814D6B1-8BCA-C71C-664A-F94E0060D6C6}"/>
              </a:ext>
            </a:extLst>
          </p:cNvPr>
          <p:cNvSpPr>
            <a:spLocks noGrp="1"/>
          </p:cNvSpPr>
          <p:nvPr>
            <p:ph type="body" sz="quarter" idx="24" hasCustomPrompt="1"/>
          </p:nvPr>
        </p:nvSpPr>
        <p:spPr>
          <a:xfrm>
            <a:off x="6693408" y="2633472"/>
            <a:ext cx="1783080" cy="329184"/>
          </a:xfrm>
          <a:prstGeom prst="rect">
            <a:avLst/>
          </a:prstGeom>
        </p:spPr>
        <p:txBody>
          <a:bodyPr tIns="91440" bIns="91440"/>
          <a:lstStyle>
            <a:lvl1pPr marL="0" indent="0" algn="ctr">
              <a:lnSpc>
                <a:spcPct val="100000"/>
              </a:lnSpc>
              <a:spcBef>
                <a:spcPts val="0"/>
              </a:spcBef>
              <a:spcAft>
                <a:spcPts val="1000"/>
              </a:spcAft>
              <a:buNone/>
              <a:defRPr sz="1000" b="1">
                <a:solidFill>
                  <a:srgbClr val="0B2340"/>
                </a:solidFill>
                <a:latin typeface="Aptos SemiBold" panose="020B0004020202020204" pitchFamily="34" charset="0"/>
              </a:defRPr>
            </a:lvl1pPr>
          </a:lstStyle>
          <a:p>
            <a:pPr lvl="0"/>
            <a:r>
              <a:rPr lang="en-US" dirty="0"/>
              <a:t>Secondary label</a:t>
            </a:r>
          </a:p>
        </p:txBody>
      </p:sp>
      <p:sp>
        <p:nvSpPr>
          <p:cNvPr id="44" name="Text Placeholder 55">
            <a:extLst>
              <a:ext uri="{FF2B5EF4-FFF2-40B4-BE49-F238E27FC236}">
                <a16:creationId xmlns:a16="http://schemas.microsoft.com/office/drawing/2014/main" id="{6E4129A9-1E0F-B81F-AE61-77BF9D8704A7}"/>
              </a:ext>
            </a:extLst>
          </p:cNvPr>
          <p:cNvSpPr>
            <a:spLocks noGrp="1"/>
          </p:cNvSpPr>
          <p:nvPr>
            <p:ph type="body" sz="quarter" idx="25" hasCustomPrompt="1"/>
          </p:nvPr>
        </p:nvSpPr>
        <p:spPr>
          <a:xfrm>
            <a:off x="6949440" y="2990088"/>
            <a:ext cx="1271016" cy="548640"/>
          </a:xfrm>
          <a:prstGeom prst="rect">
            <a:avLst/>
          </a:prstGeom>
        </p:spPr>
        <p:txBody>
          <a:bodyPr tIns="91440" bIns="91440" anchor="ctr" anchorCtr="0">
            <a:normAutofit/>
          </a:bodyPr>
          <a:lstStyle>
            <a:lvl1pPr marL="0" indent="0" algn="ctr">
              <a:lnSpc>
                <a:spcPct val="80000"/>
              </a:lnSpc>
              <a:spcBef>
                <a:spcPts val="0"/>
              </a:spcBef>
              <a:spcAft>
                <a:spcPts val="0"/>
              </a:spcAft>
              <a:buNone/>
              <a:defRPr sz="2600">
                <a:solidFill>
                  <a:schemeClr val="accent5"/>
                </a:solidFill>
                <a:latin typeface="Aptos ExtraBold" panose="020B0004020202020204" pitchFamily="34" charset="0"/>
              </a:defRPr>
            </a:lvl1pPr>
          </a:lstStyle>
          <a:p>
            <a:pPr lvl="0"/>
            <a:r>
              <a:rPr lang="en-US" dirty="0"/>
              <a:t>00%</a:t>
            </a:r>
          </a:p>
        </p:txBody>
      </p:sp>
      <p:sp>
        <p:nvSpPr>
          <p:cNvPr id="45" name="Text Placeholder 57">
            <a:extLst>
              <a:ext uri="{FF2B5EF4-FFF2-40B4-BE49-F238E27FC236}">
                <a16:creationId xmlns:a16="http://schemas.microsoft.com/office/drawing/2014/main" id="{52900B3A-CBCF-8174-0C90-E89280918928}"/>
              </a:ext>
            </a:extLst>
          </p:cNvPr>
          <p:cNvSpPr>
            <a:spLocks noGrp="1"/>
          </p:cNvSpPr>
          <p:nvPr>
            <p:ph type="body" sz="quarter" idx="26" hasCustomPrompt="1"/>
          </p:nvPr>
        </p:nvSpPr>
        <p:spPr>
          <a:xfrm>
            <a:off x="7091172" y="3465576"/>
            <a:ext cx="987552" cy="411480"/>
          </a:xfrm>
          <a:prstGeom prst="rect">
            <a:avLst/>
          </a:prstGeom>
        </p:spPr>
        <p:txBody>
          <a:bodyPr tIns="91440" bIns="91440"/>
          <a:lstStyle>
            <a:lvl1pPr marL="0" indent="0" algn="ctr">
              <a:lnSpc>
                <a:spcPct val="100000"/>
              </a:lnSpc>
              <a:spcBef>
                <a:spcPts val="0"/>
              </a:spcBef>
              <a:spcAft>
                <a:spcPts val="1000"/>
              </a:spcAft>
              <a:buNone/>
              <a:defRPr sz="1100" b="1">
                <a:latin typeface="Aptos" panose="020B0004020202020204" pitchFamily="34" charset="0"/>
              </a:defRPr>
            </a:lvl1pPr>
          </a:lstStyle>
          <a:p>
            <a:pPr lvl="0"/>
            <a:r>
              <a:rPr lang="en-US" dirty="0"/>
              <a:t>Stat detail</a:t>
            </a:r>
          </a:p>
        </p:txBody>
      </p:sp>
      <p:sp>
        <p:nvSpPr>
          <p:cNvPr id="47" name="Google Shape;1498;p292">
            <a:extLst>
              <a:ext uri="{FF2B5EF4-FFF2-40B4-BE49-F238E27FC236}">
                <a16:creationId xmlns:a16="http://schemas.microsoft.com/office/drawing/2014/main" id="{7D4F2B3D-306C-31FD-2BA4-3327B8C31E14}"/>
              </a:ext>
            </a:extLst>
          </p:cNvPr>
          <p:cNvSpPr/>
          <p:nvPr userDrawn="1"/>
        </p:nvSpPr>
        <p:spPr>
          <a:xfrm>
            <a:off x="2701440" y="1937623"/>
            <a:ext cx="1759209" cy="469447"/>
          </a:xfrm>
          <a:prstGeom prst="rect">
            <a:avLst/>
          </a:prstGeom>
          <a:solidFill>
            <a:srgbClr val="265BF7"/>
          </a:solidFill>
          <a:ln>
            <a:noFill/>
          </a:ln>
        </p:spPr>
        <p:txBody>
          <a:bodyPr spcFirstLastPara="1" wrap="square" lIns="91425" tIns="91425" rIns="91425" bIns="91425" anchor="ctr" anchorCtr="0">
            <a:normAutofit/>
          </a:bodyPr>
          <a:lstStyle/>
          <a:p>
            <a:pPr algn="ctr"/>
            <a:endParaRPr lang="en-US" sz="1200" b="1">
              <a:solidFill>
                <a:srgbClr val="FFFFFF"/>
              </a:solidFill>
              <a:ea typeface="Source Sans Pro"/>
              <a:cs typeface="Arial" panose="020B0604020202020204" pitchFamily="34" charset="0"/>
              <a:sym typeface="Source Sans Pro"/>
            </a:endParaRPr>
          </a:p>
        </p:txBody>
      </p:sp>
      <p:sp>
        <p:nvSpPr>
          <p:cNvPr id="48" name="Google Shape;1499;p292">
            <a:extLst>
              <a:ext uri="{FF2B5EF4-FFF2-40B4-BE49-F238E27FC236}">
                <a16:creationId xmlns:a16="http://schemas.microsoft.com/office/drawing/2014/main" id="{DE1B6775-4172-E383-B5C5-E3CD7CB3C21A}"/>
              </a:ext>
            </a:extLst>
          </p:cNvPr>
          <p:cNvSpPr/>
          <p:nvPr userDrawn="1"/>
        </p:nvSpPr>
        <p:spPr>
          <a:xfrm>
            <a:off x="4698992" y="1937623"/>
            <a:ext cx="1759209" cy="469447"/>
          </a:xfrm>
          <a:prstGeom prst="rect">
            <a:avLst/>
          </a:prstGeom>
          <a:solidFill>
            <a:srgbClr val="C8DCFF"/>
          </a:solidFill>
          <a:ln>
            <a:noFill/>
          </a:ln>
        </p:spPr>
        <p:txBody>
          <a:bodyPr spcFirstLastPara="1" wrap="square" lIns="91425" tIns="91425" rIns="91425" bIns="91425" anchor="ctr" anchorCtr="0">
            <a:normAutofit/>
          </a:bodyPr>
          <a:lstStyle/>
          <a:p>
            <a:pPr algn="ctr"/>
            <a:endParaRPr lang="en-US" sz="1200" b="1">
              <a:solidFill>
                <a:srgbClr val="032044"/>
              </a:solidFill>
              <a:ea typeface="Source Sans Pro"/>
              <a:cs typeface="Arial" panose="020B0604020202020204" pitchFamily="34" charset="0"/>
              <a:sym typeface="Source Sans Pro"/>
            </a:endParaRPr>
          </a:p>
        </p:txBody>
      </p:sp>
      <p:sp>
        <p:nvSpPr>
          <p:cNvPr id="49" name="Google Shape;1499;p292">
            <a:extLst>
              <a:ext uri="{FF2B5EF4-FFF2-40B4-BE49-F238E27FC236}">
                <a16:creationId xmlns:a16="http://schemas.microsoft.com/office/drawing/2014/main" id="{BD60E6D7-1D77-254D-9DAC-21FA4F79C016}"/>
              </a:ext>
            </a:extLst>
          </p:cNvPr>
          <p:cNvSpPr/>
          <p:nvPr userDrawn="1"/>
        </p:nvSpPr>
        <p:spPr>
          <a:xfrm>
            <a:off x="6703699" y="1937623"/>
            <a:ext cx="1759209" cy="469447"/>
          </a:xfrm>
          <a:prstGeom prst="rect">
            <a:avLst/>
          </a:prstGeom>
          <a:solidFill>
            <a:srgbClr val="032044"/>
          </a:solidFill>
          <a:ln>
            <a:noFill/>
          </a:ln>
        </p:spPr>
        <p:txBody>
          <a:bodyPr spcFirstLastPara="1" wrap="square" lIns="91425" tIns="91425" rIns="91425" bIns="91425" anchor="ctr" anchorCtr="0">
            <a:normAutofit/>
          </a:bodyPr>
          <a:lstStyle/>
          <a:p>
            <a:pPr algn="ctr"/>
            <a:endParaRPr lang="en-US" sz="1200" b="1">
              <a:solidFill>
                <a:srgbClr val="FFFFFF"/>
              </a:solidFill>
              <a:ea typeface="Source Sans Pro"/>
              <a:cs typeface="Arial" panose="020B0604020202020204" pitchFamily="34" charset="0"/>
              <a:sym typeface="Source Sans Pro"/>
            </a:endParaRPr>
          </a:p>
        </p:txBody>
      </p:sp>
      <p:sp>
        <p:nvSpPr>
          <p:cNvPr id="46" name="Google Shape;1497;p292">
            <a:extLst>
              <a:ext uri="{FF2B5EF4-FFF2-40B4-BE49-F238E27FC236}">
                <a16:creationId xmlns:a16="http://schemas.microsoft.com/office/drawing/2014/main" id="{FBAD126D-DF49-671B-2B38-5D64AF9FE882}"/>
              </a:ext>
            </a:extLst>
          </p:cNvPr>
          <p:cNvSpPr/>
          <p:nvPr userDrawn="1"/>
        </p:nvSpPr>
        <p:spPr>
          <a:xfrm>
            <a:off x="703907" y="1937623"/>
            <a:ext cx="1759209" cy="469447"/>
          </a:xfrm>
          <a:prstGeom prst="rect">
            <a:avLst/>
          </a:prstGeom>
          <a:solidFill>
            <a:srgbClr val="032044"/>
          </a:solidFill>
          <a:ln>
            <a:noFill/>
          </a:ln>
        </p:spPr>
        <p:txBody>
          <a:bodyPr spcFirstLastPara="1" wrap="square" lIns="91425" tIns="91425" rIns="91425" bIns="91425" anchor="ctr" anchorCtr="0">
            <a:normAutofit/>
          </a:bodyPr>
          <a:lstStyle/>
          <a:p>
            <a:pPr algn="ctr"/>
            <a:endParaRPr lang="en-US" sz="1200" b="1">
              <a:solidFill>
                <a:srgbClr val="FFFFFF"/>
              </a:solidFill>
              <a:ea typeface="Source Sans Pro"/>
              <a:cs typeface="Arial" panose="020B0604020202020204" pitchFamily="34" charset="0"/>
              <a:sym typeface="Source Sans Pro"/>
            </a:endParaRPr>
          </a:p>
        </p:txBody>
      </p:sp>
      <p:sp>
        <p:nvSpPr>
          <p:cNvPr id="30" name="Text Placeholder 49">
            <a:extLst>
              <a:ext uri="{FF2B5EF4-FFF2-40B4-BE49-F238E27FC236}">
                <a16:creationId xmlns:a16="http://schemas.microsoft.com/office/drawing/2014/main" id="{86EE9D7B-FBF8-5C6A-F478-7AAA8D351A8D}"/>
              </a:ext>
            </a:extLst>
          </p:cNvPr>
          <p:cNvSpPr>
            <a:spLocks noGrp="1"/>
          </p:cNvSpPr>
          <p:nvPr>
            <p:ph type="body" sz="quarter" idx="11" hasCustomPrompt="1"/>
          </p:nvPr>
        </p:nvSpPr>
        <p:spPr>
          <a:xfrm>
            <a:off x="704088" y="1929384"/>
            <a:ext cx="1755648" cy="469447"/>
          </a:xfrm>
          <a:prstGeom prst="rect">
            <a:avLst/>
          </a:prstGeom>
        </p:spPr>
        <p:txBody>
          <a:bodyPr tIns="91440" bIns="91440" anchor="ctr" anchorCtr="0">
            <a:normAutofit/>
          </a:bodyPr>
          <a:lstStyle>
            <a:lvl1pPr marL="0" indent="0" algn="ctr">
              <a:lnSpc>
                <a:spcPct val="100000"/>
              </a:lnSpc>
              <a:spcBef>
                <a:spcPts val="0"/>
              </a:spcBef>
              <a:buNone/>
              <a:defRPr sz="1200" b="1" cap="all" baseline="0">
                <a:solidFill>
                  <a:schemeClr val="bg1"/>
                </a:solidFill>
              </a:defRPr>
            </a:lvl1pPr>
          </a:lstStyle>
          <a:p>
            <a:pPr lvl="0"/>
            <a:r>
              <a:rPr lang="en-US" dirty="0"/>
              <a:t>Primary label 1</a:t>
            </a:r>
          </a:p>
        </p:txBody>
      </p:sp>
      <p:sp>
        <p:nvSpPr>
          <p:cNvPr id="34" name="Text Placeholder 49">
            <a:extLst>
              <a:ext uri="{FF2B5EF4-FFF2-40B4-BE49-F238E27FC236}">
                <a16:creationId xmlns:a16="http://schemas.microsoft.com/office/drawing/2014/main" id="{F737F4FB-9560-EA5A-0725-25FBD4500F55}"/>
              </a:ext>
            </a:extLst>
          </p:cNvPr>
          <p:cNvSpPr>
            <a:spLocks noGrp="1"/>
          </p:cNvSpPr>
          <p:nvPr>
            <p:ph type="body" sz="quarter" idx="15" hasCustomPrompt="1"/>
          </p:nvPr>
        </p:nvSpPr>
        <p:spPr>
          <a:xfrm>
            <a:off x="2697480" y="1938528"/>
            <a:ext cx="1755648" cy="469447"/>
          </a:xfrm>
          <a:prstGeom prst="rect">
            <a:avLst/>
          </a:prstGeom>
        </p:spPr>
        <p:txBody>
          <a:bodyPr tIns="91440" bIns="91440" anchor="ctr" anchorCtr="0">
            <a:normAutofit/>
          </a:bodyPr>
          <a:lstStyle>
            <a:lvl1pPr marL="0" indent="0" algn="ctr">
              <a:lnSpc>
                <a:spcPct val="100000"/>
              </a:lnSpc>
              <a:spcBef>
                <a:spcPts val="0"/>
              </a:spcBef>
              <a:buNone/>
              <a:defRPr sz="1200" b="1" cap="all" baseline="0">
                <a:solidFill>
                  <a:schemeClr val="bg1"/>
                </a:solidFill>
              </a:defRPr>
            </a:lvl1pPr>
          </a:lstStyle>
          <a:p>
            <a:pPr lvl="0"/>
            <a:r>
              <a:rPr lang="en-US" dirty="0"/>
              <a:t>Primary label 2</a:t>
            </a:r>
          </a:p>
        </p:txBody>
      </p:sp>
      <p:sp>
        <p:nvSpPr>
          <p:cNvPr id="38" name="Text Placeholder 49">
            <a:extLst>
              <a:ext uri="{FF2B5EF4-FFF2-40B4-BE49-F238E27FC236}">
                <a16:creationId xmlns:a16="http://schemas.microsoft.com/office/drawing/2014/main" id="{5334E940-DC9D-5FE2-99E1-A99D0CE91FAF}"/>
              </a:ext>
            </a:extLst>
          </p:cNvPr>
          <p:cNvSpPr>
            <a:spLocks noGrp="1"/>
          </p:cNvSpPr>
          <p:nvPr>
            <p:ph type="body" sz="quarter" idx="19" hasCustomPrompt="1"/>
          </p:nvPr>
        </p:nvSpPr>
        <p:spPr>
          <a:xfrm>
            <a:off x="4700016" y="1938528"/>
            <a:ext cx="1755648" cy="469447"/>
          </a:xfrm>
          <a:prstGeom prst="rect">
            <a:avLst/>
          </a:prstGeom>
        </p:spPr>
        <p:txBody>
          <a:bodyPr tIns="91440" bIns="91440" anchor="ctr" anchorCtr="0">
            <a:normAutofit/>
          </a:bodyPr>
          <a:lstStyle>
            <a:lvl1pPr marL="0" indent="0" algn="ctr">
              <a:lnSpc>
                <a:spcPct val="100000"/>
              </a:lnSpc>
              <a:spcBef>
                <a:spcPts val="0"/>
              </a:spcBef>
              <a:buNone/>
              <a:defRPr sz="1200" b="1" cap="all" baseline="0">
                <a:solidFill>
                  <a:srgbClr val="032044"/>
                </a:solidFill>
              </a:defRPr>
            </a:lvl1pPr>
          </a:lstStyle>
          <a:p>
            <a:pPr lvl="0"/>
            <a:r>
              <a:rPr lang="en-US" dirty="0"/>
              <a:t>Primary label 3</a:t>
            </a:r>
          </a:p>
        </p:txBody>
      </p:sp>
      <p:sp>
        <p:nvSpPr>
          <p:cNvPr id="42" name="Text Placeholder 49">
            <a:extLst>
              <a:ext uri="{FF2B5EF4-FFF2-40B4-BE49-F238E27FC236}">
                <a16:creationId xmlns:a16="http://schemas.microsoft.com/office/drawing/2014/main" id="{E66D636C-061E-5B3C-E747-3681B5F0FB2C}"/>
              </a:ext>
            </a:extLst>
          </p:cNvPr>
          <p:cNvSpPr>
            <a:spLocks noGrp="1"/>
          </p:cNvSpPr>
          <p:nvPr>
            <p:ph type="body" sz="quarter" idx="23" hasCustomPrompt="1"/>
          </p:nvPr>
        </p:nvSpPr>
        <p:spPr>
          <a:xfrm>
            <a:off x="6702552" y="1938528"/>
            <a:ext cx="1755648" cy="469447"/>
          </a:xfrm>
          <a:prstGeom prst="rect">
            <a:avLst/>
          </a:prstGeom>
        </p:spPr>
        <p:txBody>
          <a:bodyPr tIns="91440" bIns="91440" anchor="ctr" anchorCtr="0">
            <a:normAutofit/>
          </a:bodyPr>
          <a:lstStyle>
            <a:lvl1pPr marL="0" indent="0" algn="ctr">
              <a:lnSpc>
                <a:spcPct val="100000"/>
              </a:lnSpc>
              <a:spcBef>
                <a:spcPts val="0"/>
              </a:spcBef>
              <a:buNone/>
              <a:defRPr sz="1200" b="1" cap="all" baseline="0">
                <a:solidFill>
                  <a:schemeClr val="bg1"/>
                </a:solidFill>
              </a:defRPr>
            </a:lvl1pPr>
          </a:lstStyle>
          <a:p>
            <a:pPr lvl="0"/>
            <a:r>
              <a:rPr lang="en-US" dirty="0"/>
              <a:t>Primary label 4</a:t>
            </a:r>
          </a:p>
        </p:txBody>
      </p:sp>
      <p:pic>
        <p:nvPicPr>
          <p:cNvPr id="3" name="Picture 2">
            <a:extLst>
              <a:ext uri="{FF2B5EF4-FFF2-40B4-BE49-F238E27FC236}">
                <a16:creationId xmlns:a16="http://schemas.microsoft.com/office/drawing/2014/main" id="{042DA007-622B-9EBE-DC88-6A555DB2FF1E}"/>
              </a:ext>
            </a:extLst>
          </p:cNvPr>
          <p:cNvPicPr>
            <a:picLocks noChangeAspect="1"/>
          </p:cNvPicPr>
          <p:nvPr userDrawn="1"/>
        </p:nvPicPr>
        <p:blipFill>
          <a:blip r:embed="rId3"/>
          <a:srcRect/>
          <a:stretch/>
        </p:blipFill>
        <p:spPr>
          <a:xfrm>
            <a:off x="7348791" y="4601406"/>
            <a:ext cx="1650074" cy="511928"/>
          </a:xfrm>
          <a:prstGeom prst="rect">
            <a:avLst/>
          </a:prstGeom>
        </p:spPr>
      </p:pic>
    </p:spTree>
    <p:extLst>
      <p:ext uri="{BB962C8B-B14F-4D97-AF65-F5344CB8AC3E}">
        <p14:creationId xmlns:p14="http://schemas.microsoft.com/office/powerpoint/2010/main" val="31038790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Heading, Label 3">
    <p:bg>
      <p:bgPr>
        <a:solidFill>
          <a:srgbClr val="F8F4F1"/>
        </a:solidFill>
        <a:effectLst/>
      </p:bgPr>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3B907A1-A2ED-9071-B502-7F5A95C5004E}"/>
              </a:ext>
            </a:extLst>
          </p:cNvPr>
          <p:cNvPicPr>
            <a:picLocks noChangeAspect="1"/>
          </p:cNvPicPr>
          <p:nvPr userDrawn="1"/>
        </p:nvPicPr>
        <p:blipFill>
          <a:blip r:embed="rId2" cstate="screen">
            <a:alphaModFix amt="23000"/>
            <a:extLst>
              <a:ext uri="{28A0092B-C50C-407E-A947-70E740481C1C}">
                <a14:useLocalDpi xmlns:a14="http://schemas.microsoft.com/office/drawing/2010/main"/>
              </a:ext>
            </a:extLst>
          </a:blip>
          <a:srcRect/>
          <a:stretch/>
        </p:blipFill>
        <p:spPr>
          <a:xfrm>
            <a:off x="0" y="0"/>
            <a:ext cx="5764696" cy="5212080"/>
          </a:xfrm>
          <a:prstGeom prst="rect">
            <a:avLst/>
          </a:prstGeom>
        </p:spPr>
      </p:pic>
      <p:sp>
        <p:nvSpPr>
          <p:cNvPr id="4" name="AutoShape 5">
            <a:extLst>
              <a:ext uri="{FF2B5EF4-FFF2-40B4-BE49-F238E27FC236}">
                <a16:creationId xmlns:a16="http://schemas.microsoft.com/office/drawing/2014/main" id="{BB802751-ED68-148E-EAF8-3E911E22CF71}"/>
              </a:ext>
            </a:extLst>
          </p:cNvPr>
          <p:cNvSpPr/>
          <p:nvPr userDrawn="1"/>
        </p:nvSpPr>
        <p:spPr>
          <a:xfrm flipV="1">
            <a:off x="689772" y="892172"/>
            <a:ext cx="4031857" cy="0"/>
          </a:xfrm>
          <a:prstGeom prst="line">
            <a:avLst/>
          </a:prstGeom>
          <a:ln w="25400" cap="flat">
            <a:solidFill>
              <a:schemeClr val="tx1"/>
            </a:solidFill>
            <a:prstDash val="solid"/>
            <a:headEnd type="none" w="sm" len="sm"/>
            <a:tailEnd type="none" w="sm" len="sm"/>
          </a:ln>
        </p:spPr>
        <p:txBody>
          <a:bodyPr/>
          <a:lstStyle/>
          <a:p>
            <a:endParaRPr lang="en-US" sz="1013">
              <a:solidFill>
                <a:schemeClr val="tx2"/>
              </a:solidFill>
            </a:endParaRPr>
          </a:p>
        </p:txBody>
      </p:sp>
      <p:sp>
        <p:nvSpPr>
          <p:cNvPr id="5" name="Google Shape;1494;p292">
            <a:extLst>
              <a:ext uri="{FF2B5EF4-FFF2-40B4-BE49-F238E27FC236}">
                <a16:creationId xmlns:a16="http://schemas.microsoft.com/office/drawing/2014/main" id="{E00617C8-385D-BE3D-A78B-9405C6DE9859}"/>
              </a:ext>
            </a:extLst>
          </p:cNvPr>
          <p:cNvSpPr/>
          <p:nvPr userDrawn="1"/>
        </p:nvSpPr>
        <p:spPr>
          <a:xfrm>
            <a:off x="703887" y="1937623"/>
            <a:ext cx="1759209" cy="2192306"/>
          </a:xfrm>
          <a:prstGeom prst="rect">
            <a:avLst/>
          </a:prstGeom>
          <a:solidFill>
            <a:srgbClr val="FFFFFF"/>
          </a:solidFill>
          <a:ln>
            <a:noFill/>
          </a:ln>
        </p:spPr>
        <p:txBody>
          <a:bodyPr spcFirstLastPara="1" wrap="square" lIns="91425" tIns="91425" rIns="91425" bIns="91425" anchor="ctr" anchorCtr="0">
            <a:normAutofit/>
          </a:bodyPr>
          <a:lstStyle/>
          <a:p>
            <a:endParaRPr/>
          </a:p>
        </p:txBody>
      </p:sp>
      <p:sp>
        <p:nvSpPr>
          <p:cNvPr id="6" name="Google Shape;1495;p292">
            <a:extLst>
              <a:ext uri="{FF2B5EF4-FFF2-40B4-BE49-F238E27FC236}">
                <a16:creationId xmlns:a16="http://schemas.microsoft.com/office/drawing/2014/main" id="{11EFB24F-01BA-B414-98CF-637AA636129E}"/>
              </a:ext>
            </a:extLst>
          </p:cNvPr>
          <p:cNvSpPr/>
          <p:nvPr userDrawn="1"/>
        </p:nvSpPr>
        <p:spPr>
          <a:xfrm>
            <a:off x="2701421" y="1937623"/>
            <a:ext cx="1759209" cy="2192306"/>
          </a:xfrm>
          <a:prstGeom prst="rect">
            <a:avLst/>
          </a:prstGeom>
          <a:solidFill>
            <a:srgbClr val="FFFFFF"/>
          </a:solidFill>
          <a:ln>
            <a:noFill/>
          </a:ln>
        </p:spPr>
        <p:txBody>
          <a:bodyPr spcFirstLastPara="1" wrap="square" lIns="91425" tIns="91425" rIns="91425" bIns="91425" anchor="ctr" anchorCtr="0">
            <a:normAutofit/>
          </a:bodyPr>
          <a:lstStyle/>
          <a:p>
            <a:endParaRPr/>
          </a:p>
        </p:txBody>
      </p:sp>
      <p:sp>
        <p:nvSpPr>
          <p:cNvPr id="7" name="Google Shape;1496;p292">
            <a:extLst>
              <a:ext uri="{FF2B5EF4-FFF2-40B4-BE49-F238E27FC236}">
                <a16:creationId xmlns:a16="http://schemas.microsoft.com/office/drawing/2014/main" id="{C9B0B2C1-2EB2-A018-C830-AE266F2FA93A}"/>
              </a:ext>
            </a:extLst>
          </p:cNvPr>
          <p:cNvSpPr/>
          <p:nvPr userDrawn="1"/>
        </p:nvSpPr>
        <p:spPr>
          <a:xfrm>
            <a:off x="4698973" y="1937623"/>
            <a:ext cx="1759209" cy="2192306"/>
          </a:xfrm>
          <a:prstGeom prst="rect">
            <a:avLst/>
          </a:prstGeom>
          <a:solidFill>
            <a:srgbClr val="FFFFFF"/>
          </a:solidFill>
          <a:ln>
            <a:noFill/>
          </a:ln>
        </p:spPr>
        <p:txBody>
          <a:bodyPr spcFirstLastPara="1" wrap="square" lIns="91425" tIns="91425" rIns="91425" bIns="91425" anchor="ctr" anchorCtr="0">
            <a:normAutofit/>
          </a:bodyPr>
          <a:lstStyle/>
          <a:p>
            <a:endParaRPr/>
          </a:p>
        </p:txBody>
      </p:sp>
      <p:sp>
        <p:nvSpPr>
          <p:cNvPr id="8" name="Google Shape;1496;p292">
            <a:extLst>
              <a:ext uri="{FF2B5EF4-FFF2-40B4-BE49-F238E27FC236}">
                <a16:creationId xmlns:a16="http://schemas.microsoft.com/office/drawing/2014/main" id="{8AA26023-105B-FE9C-344D-6C9F2F252825}"/>
              </a:ext>
            </a:extLst>
          </p:cNvPr>
          <p:cNvSpPr/>
          <p:nvPr userDrawn="1"/>
        </p:nvSpPr>
        <p:spPr>
          <a:xfrm>
            <a:off x="6703680" y="1937623"/>
            <a:ext cx="1759209" cy="2192306"/>
          </a:xfrm>
          <a:prstGeom prst="rect">
            <a:avLst/>
          </a:prstGeom>
          <a:solidFill>
            <a:srgbClr val="FFFFFF"/>
          </a:solidFill>
          <a:ln>
            <a:noFill/>
          </a:ln>
        </p:spPr>
        <p:txBody>
          <a:bodyPr spcFirstLastPara="1" wrap="square" lIns="91425" tIns="91425" rIns="91425" bIns="91425" anchor="ctr" anchorCtr="0">
            <a:normAutofit/>
          </a:bodyPr>
          <a:lstStyle/>
          <a:p>
            <a:endParaRPr/>
          </a:p>
        </p:txBody>
      </p:sp>
      <p:sp>
        <p:nvSpPr>
          <p:cNvPr id="9" name="Google Shape;1497;p292">
            <a:extLst>
              <a:ext uri="{FF2B5EF4-FFF2-40B4-BE49-F238E27FC236}">
                <a16:creationId xmlns:a16="http://schemas.microsoft.com/office/drawing/2014/main" id="{47A9688D-2995-5B81-50C5-AD0F28087D9B}"/>
              </a:ext>
            </a:extLst>
          </p:cNvPr>
          <p:cNvSpPr/>
          <p:nvPr userDrawn="1"/>
        </p:nvSpPr>
        <p:spPr>
          <a:xfrm>
            <a:off x="703907" y="1937623"/>
            <a:ext cx="1759209" cy="469447"/>
          </a:xfrm>
          <a:prstGeom prst="rect">
            <a:avLst/>
          </a:prstGeom>
          <a:solidFill>
            <a:srgbClr val="032044"/>
          </a:solidFill>
          <a:ln>
            <a:noFill/>
          </a:ln>
        </p:spPr>
        <p:txBody>
          <a:bodyPr spcFirstLastPara="1" wrap="square" lIns="91425" tIns="91425" rIns="91425" bIns="91425" anchor="ctr" anchorCtr="0">
            <a:normAutofit/>
          </a:bodyPr>
          <a:lstStyle/>
          <a:p>
            <a:pPr algn="ctr"/>
            <a:endParaRPr lang="en-US" sz="1200" b="1">
              <a:solidFill>
                <a:srgbClr val="FFFFFF"/>
              </a:solidFill>
              <a:ea typeface="Source Sans Pro"/>
              <a:cs typeface="Arial" panose="020B0604020202020204" pitchFamily="34" charset="0"/>
              <a:sym typeface="Source Sans Pro"/>
            </a:endParaRPr>
          </a:p>
        </p:txBody>
      </p:sp>
      <p:sp>
        <p:nvSpPr>
          <p:cNvPr id="10" name="Google Shape;1498;p292">
            <a:extLst>
              <a:ext uri="{FF2B5EF4-FFF2-40B4-BE49-F238E27FC236}">
                <a16:creationId xmlns:a16="http://schemas.microsoft.com/office/drawing/2014/main" id="{8B3CF81D-8ED3-9059-0B17-29BEFC19EC2E}"/>
              </a:ext>
            </a:extLst>
          </p:cNvPr>
          <p:cNvSpPr/>
          <p:nvPr userDrawn="1"/>
        </p:nvSpPr>
        <p:spPr>
          <a:xfrm>
            <a:off x="2701440" y="1937623"/>
            <a:ext cx="1759209" cy="469447"/>
          </a:xfrm>
          <a:prstGeom prst="rect">
            <a:avLst/>
          </a:prstGeom>
          <a:solidFill>
            <a:srgbClr val="265BF7"/>
          </a:solidFill>
          <a:ln>
            <a:noFill/>
          </a:ln>
        </p:spPr>
        <p:txBody>
          <a:bodyPr spcFirstLastPara="1" wrap="square" lIns="91425" tIns="91425" rIns="91425" bIns="91425" anchor="ctr" anchorCtr="0">
            <a:normAutofit/>
          </a:bodyPr>
          <a:lstStyle/>
          <a:p>
            <a:pPr algn="ctr"/>
            <a:endParaRPr lang="en-US" sz="1200" b="1">
              <a:solidFill>
                <a:srgbClr val="FFFFFF"/>
              </a:solidFill>
              <a:ea typeface="Source Sans Pro"/>
              <a:cs typeface="Arial" panose="020B0604020202020204" pitchFamily="34" charset="0"/>
              <a:sym typeface="Source Sans Pro"/>
            </a:endParaRPr>
          </a:p>
        </p:txBody>
      </p:sp>
      <p:sp>
        <p:nvSpPr>
          <p:cNvPr id="11" name="Google Shape;1499;p292">
            <a:extLst>
              <a:ext uri="{FF2B5EF4-FFF2-40B4-BE49-F238E27FC236}">
                <a16:creationId xmlns:a16="http://schemas.microsoft.com/office/drawing/2014/main" id="{01751233-E697-5381-67D3-EE04E87BB874}"/>
              </a:ext>
            </a:extLst>
          </p:cNvPr>
          <p:cNvSpPr/>
          <p:nvPr userDrawn="1"/>
        </p:nvSpPr>
        <p:spPr>
          <a:xfrm>
            <a:off x="4698992" y="1937623"/>
            <a:ext cx="1759209" cy="469447"/>
          </a:xfrm>
          <a:prstGeom prst="rect">
            <a:avLst/>
          </a:prstGeom>
          <a:solidFill>
            <a:schemeClr val="accent5"/>
          </a:solidFill>
          <a:ln>
            <a:noFill/>
          </a:ln>
        </p:spPr>
        <p:txBody>
          <a:bodyPr spcFirstLastPara="1" wrap="square" lIns="91425" tIns="91425" rIns="91425" bIns="91425" anchor="ctr" anchorCtr="0">
            <a:normAutofit/>
          </a:bodyPr>
          <a:lstStyle/>
          <a:p>
            <a:pPr algn="ctr"/>
            <a:endParaRPr lang="en-US" sz="1200" b="1">
              <a:solidFill>
                <a:srgbClr val="FFFFFF"/>
              </a:solidFill>
              <a:ea typeface="Source Sans Pro"/>
              <a:cs typeface="Arial" panose="020B0604020202020204" pitchFamily="34" charset="0"/>
              <a:sym typeface="Source Sans Pro"/>
            </a:endParaRPr>
          </a:p>
        </p:txBody>
      </p:sp>
      <p:sp>
        <p:nvSpPr>
          <p:cNvPr id="12" name="Google Shape;1499;p292">
            <a:extLst>
              <a:ext uri="{FF2B5EF4-FFF2-40B4-BE49-F238E27FC236}">
                <a16:creationId xmlns:a16="http://schemas.microsoft.com/office/drawing/2014/main" id="{105C2B68-DDE8-08C5-2FED-B2850C3CCB17}"/>
              </a:ext>
            </a:extLst>
          </p:cNvPr>
          <p:cNvSpPr/>
          <p:nvPr userDrawn="1"/>
        </p:nvSpPr>
        <p:spPr>
          <a:xfrm>
            <a:off x="6703699" y="1937623"/>
            <a:ext cx="1759209" cy="469447"/>
          </a:xfrm>
          <a:prstGeom prst="rect">
            <a:avLst/>
          </a:prstGeom>
          <a:solidFill>
            <a:srgbClr val="032044"/>
          </a:solidFill>
          <a:ln>
            <a:noFill/>
          </a:ln>
        </p:spPr>
        <p:txBody>
          <a:bodyPr spcFirstLastPara="1" wrap="square" lIns="91425" tIns="91425" rIns="91425" bIns="91425" anchor="ctr" anchorCtr="0">
            <a:normAutofit/>
          </a:bodyPr>
          <a:lstStyle/>
          <a:p>
            <a:pPr algn="ctr"/>
            <a:endParaRPr lang="en-US" sz="1200" b="1">
              <a:solidFill>
                <a:srgbClr val="FFFFFF"/>
              </a:solidFill>
              <a:ea typeface="Source Sans Pro"/>
              <a:cs typeface="Arial" panose="020B0604020202020204" pitchFamily="34" charset="0"/>
              <a:sym typeface="Source Sans Pro"/>
            </a:endParaRPr>
          </a:p>
        </p:txBody>
      </p:sp>
      <p:sp>
        <p:nvSpPr>
          <p:cNvPr id="13" name="Title 18">
            <a:extLst>
              <a:ext uri="{FF2B5EF4-FFF2-40B4-BE49-F238E27FC236}">
                <a16:creationId xmlns:a16="http://schemas.microsoft.com/office/drawing/2014/main" id="{7DB42A62-3DF7-79CF-3710-A5F8B9987117}"/>
              </a:ext>
            </a:extLst>
          </p:cNvPr>
          <p:cNvSpPr>
            <a:spLocks noGrp="1"/>
          </p:cNvSpPr>
          <p:nvPr>
            <p:ph type="title" hasCustomPrompt="1"/>
          </p:nvPr>
        </p:nvSpPr>
        <p:spPr>
          <a:xfrm>
            <a:off x="585216" y="420243"/>
            <a:ext cx="6867144" cy="429768"/>
          </a:xfrm>
          <a:prstGeom prst="rect">
            <a:avLst/>
          </a:prstGeom>
        </p:spPr>
        <p:txBody>
          <a:bodyPr anchor="b" anchorCtr="0">
            <a:spAutoFit/>
          </a:bodyPr>
          <a:lstStyle>
            <a:lvl1pPr>
              <a:defRPr sz="2400" b="1">
                <a:solidFill>
                  <a:srgbClr val="032044"/>
                </a:solidFill>
                <a:latin typeface="Aptos" panose="020B0004020202020204" pitchFamily="34" charset="0"/>
              </a:defRPr>
            </a:lvl1pPr>
          </a:lstStyle>
          <a:p>
            <a:r>
              <a:rPr lang="en-US" dirty="0"/>
              <a:t>This is a heading</a:t>
            </a:r>
          </a:p>
        </p:txBody>
      </p:sp>
      <p:sp>
        <p:nvSpPr>
          <p:cNvPr id="14" name="Text Placeholder 47">
            <a:extLst>
              <a:ext uri="{FF2B5EF4-FFF2-40B4-BE49-F238E27FC236}">
                <a16:creationId xmlns:a16="http://schemas.microsoft.com/office/drawing/2014/main" id="{B6C2D05E-60D9-56EE-E0D1-2DEB8B1C919A}"/>
              </a:ext>
            </a:extLst>
          </p:cNvPr>
          <p:cNvSpPr>
            <a:spLocks noGrp="1"/>
          </p:cNvSpPr>
          <p:nvPr>
            <p:ph type="body" sz="quarter" idx="10" hasCustomPrompt="1"/>
          </p:nvPr>
        </p:nvSpPr>
        <p:spPr>
          <a:xfrm>
            <a:off x="612648" y="1005840"/>
            <a:ext cx="5843016" cy="649224"/>
          </a:xfrm>
          <a:prstGeom prst="rect">
            <a:avLst/>
          </a:prstGeom>
        </p:spPr>
        <p:txBody>
          <a:bodyPr>
            <a:spAutoFit/>
          </a:bodyPr>
          <a:lstStyle>
            <a:lvl1pPr marL="0" indent="0">
              <a:lnSpc>
                <a:spcPct val="114000"/>
              </a:lnSpc>
              <a:spcBef>
                <a:spcPts val="0"/>
              </a:spcBef>
              <a:spcAft>
                <a:spcPts val="1000"/>
              </a:spcAft>
              <a:buNone/>
              <a:defRPr sz="1600">
                <a:solidFill>
                  <a:srgbClr val="032044"/>
                </a:solidFill>
              </a:defRPr>
            </a:lvl1pPr>
          </a:lstStyle>
          <a:p>
            <a:pPr lvl="0"/>
            <a:r>
              <a:rPr lang="en-US" dirty="0"/>
              <a:t>A write-up follows the heading. Keep the most important information on the slide. Toss the rest in the speaker notes.</a:t>
            </a:r>
          </a:p>
        </p:txBody>
      </p:sp>
      <p:sp>
        <p:nvSpPr>
          <p:cNvPr id="15" name="Text Placeholder 51">
            <a:extLst>
              <a:ext uri="{FF2B5EF4-FFF2-40B4-BE49-F238E27FC236}">
                <a16:creationId xmlns:a16="http://schemas.microsoft.com/office/drawing/2014/main" id="{ABF11B47-64F7-EFA2-5BD2-43F73ED9D4A4}"/>
              </a:ext>
            </a:extLst>
          </p:cNvPr>
          <p:cNvSpPr>
            <a:spLocks noGrp="1"/>
          </p:cNvSpPr>
          <p:nvPr>
            <p:ph type="body" sz="quarter" idx="12" hasCustomPrompt="1"/>
          </p:nvPr>
        </p:nvSpPr>
        <p:spPr>
          <a:xfrm>
            <a:off x="694944" y="2633472"/>
            <a:ext cx="1783080" cy="329184"/>
          </a:xfrm>
          <a:prstGeom prst="rect">
            <a:avLst/>
          </a:prstGeom>
        </p:spPr>
        <p:txBody>
          <a:bodyPr tIns="91440" bIns="91440"/>
          <a:lstStyle>
            <a:lvl1pPr marL="0" indent="0" algn="ctr">
              <a:lnSpc>
                <a:spcPct val="100000"/>
              </a:lnSpc>
              <a:spcBef>
                <a:spcPts val="0"/>
              </a:spcBef>
              <a:spcAft>
                <a:spcPts val="1000"/>
              </a:spcAft>
              <a:buNone/>
              <a:defRPr sz="1000" b="1">
                <a:solidFill>
                  <a:srgbClr val="0B2340"/>
                </a:solidFill>
                <a:latin typeface="Aptos SemiBold" panose="020B0004020202020204" pitchFamily="34" charset="0"/>
              </a:defRPr>
            </a:lvl1pPr>
          </a:lstStyle>
          <a:p>
            <a:pPr lvl="0"/>
            <a:r>
              <a:rPr lang="en-US" dirty="0"/>
              <a:t>Secondary label</a:t>
            </a:r>
          </a:p>
        </p:txBody>
      </p:sp>
      <p:sp>
        <p:nvSpPr>
          <p:cNvPr id="16" name="Text Placeholder 55">
            <a:extLst>
              <a:ext uri="{FF2B5EF4-FFF2-40B4-BE49-F238E27FC236}">
                <a16:creationId xmlns:a16="http://schemas.microsoft.com/office/drawing/2014/main" id="{08D20675-D65E-BAD3-2FD4-6F1EB1C67586}"/>
              </a:ext>
            </a:extLst>
          </p:cNvPr>
          <p:cNvSpPr>
            <a:spLocks noGrp="1"/>
          </p:cNvSpPr>
          <p:nvPr>
            <p:ph type="body" sz="quarter" idx="13" hasCustomPrompt="1"/>
          </p:nvPr>
        </p:nvSpPr>
        <p:spPr>
          <a:xfrm>
            <a:off x="950976" y="2990088"/>
            <a:ext cx="1271016" cy="548640"/>
          </a:xfrm>
          <a:prstGeom prst="rect">
            <a:avLst/>
          </a:prstGeom>
        </p:spPr>
        <p:txBody>
          <a:bodyPr tIns="91440" bIns="91440" anchor="ctr" anchorCtr="0">
            <a:normAutofit/>
          </a:bodyPr>
          <a:lstStyle>
            <a:lvl1pPr marL="0" indent="0" algn="ctr">
              <a:lnSpc>
                <a:spcPct val="80000"/>
              </a:lnSpc>
              <a:spcBef>
                <a:spcPts val="0"/>
              </a:spcBef>
              <a:spcAft>
                <a:spcPts val="0"/>
              </a:spcAft>
              <a:buNone/>
              <a:defRPr sz="2600">
                <a:solidFill>
                  <a:schemeClr val="accent5"/>
                </a:solidFill>
                <a:latin typeface="Aptos ExtraBold" panose="020B0004020202020204" pitchFamily="34" charset="0"/>
              </a:defRPr>
            </a:lvl1pPr>
          </a:lstStyle>
          <a:p>
            <a:pPr lvl="0"/>
            <a:r>
              <a:rPr lang="en-US" dirty="0"/>
              <a:t>00%</a:t>
            </a:r>
          </a:p>
        </p:txBody>
      </p:sp>
      <p:sp>
        <p:nvSpPr>
          <p:cNvPr id="17" name="Text Placeholder 57">
            <a:extLst>
              <a:ext uri="{FF2B5EF4-FFF2-40B4-BE49-F238E27FC236}">
                <a16:creationId xmlns:a16="http://schemas.microsoft.com/office/drawing/2014/main" id="{DEE062F6-EF90-36E1-1344-F6138D5E9443}"/>
              </a:ext>
            </a:extLst>
          </p:cNvPr>
          <p:cNvSpPr>
            <a:spLocks noGrp="1"/>
          </p:cNvSpPr>
          <p:nvPr>
            <p:ph type="body" sz="quarter" idx="14" hasCustomPrompt="1"/>
          </p:nvPr>
        </p:nvSpPr>
        <p:spPr>
          <a:xfrm>
            <a:off x="1092708" y="3465576"/>
            <a:ext cx="987552" cy="411480"/>
          </a:xfrm>
          <a:prstGeom prst="rect">
            <a:avLst/>
          </a:prstGeom>
        </p:spPr>
        <p:txBody>
          <a:bodyPr tIns="91440" bIns="91440"/>
          <a:lstStyle>
            <a:lvl1pPr marL="0" indent="0" algn="ctr">
              <a:lnSpc>
                <a:spcPct val="100000"/>
              </a:lnSpc>
              <a:spcBef>
                <a:spcPts val="0"/>
              </a:spcBef>
              <a:spcAft>
                <a:spcPts val="1000"/>
              </a:spcAft>
              <a:buNone/>
              <a:defRPr sz="1100" b="1">
                <a:latin typeface="Aptos" panose="020B0004020202020204" pitchFamily="34" charset="0"/>
              </a:defRPr>
            </a:lvl1pPr>
          </a:lstStyle>
          <a:p>
            <a:pPr lvl="0"/>
            <a:r>
              <a:rPr lang="en-US" dirty="0"/>
              <a:t>Stat detail</a:t>
            </a:r>
          </a:p>
        </p:txBody>
      </p:sp>
      <p:sp>
        <p:nvSpPr>
          <p:cNvPr id="18" name="Text Placeholder 51">
            <a:extLst>
              <a:ext uri="{FF2B5EF4-FFF2-40B4-BE49-F238E27FC236}">
                <a16:creationId xmlns:a16="http://schemas.microsoft.com/office/drawing/2014/main" id="{F47137A1-7626-8B69-0E4C-C9E83E2CD5A1}"/>
              </a:ext>
            </a:extLst>
          </p:cNvPr>
          <p:cNvSpPr>
            <a:spLocks noGrp="1"/>
          </p:cNvSpPr>
          <p:nvPr>
            <p:ph type="body" sz="quarter" idx="16" hasCustomPrompt="1"/>
          </p:nvPr>
        </p:nvSpPr>
        <p:spPr>
          <a:xfrm>
            <a:off x="2679192" y="2633472"/>
            <a:ext cx="1783080" cy="329184"/>
          </a:xfrm>
          <a:prstGeom prst="rect">
            <a:avLst/>
          </a:prstGeom>
        </p:spPr>
        <p:txBody>
          <a:bodyPr tIns="91440" bIns="91440"/>
          <a:lstStyle>
            <a:lvl1pPr marL="0" indent="0" algn="ctr">
              <a:lnSpc>
                <a:spcPct val="100000"/>
              </a:lnSpc>
              <a:spcBef>
                <a:spcPts val="0"/>
              </a:spcBef>
              <a:spcAft>
                <a:spcPts val="1000"/>
              </a:spcAft>
              <a:buNone/>
              <a:defRPr sz="1000" b="1">
                <a:solidFill>
                  <a:srgbClr val="0B2340"/>
                </a:solidFill>
                <a:latin typeface="Aptos SemiBold" panose="020B0004020202020204" pitchFamily="34" charset="0"/>
              </a:defRPr>
            </a:lvl1pPr>
          </a:lstStyle>
          <a:p>
            <a:pPr lvl="0"/>
            <a:r>
              <a:rPr lang="en-US" dirty="0"/>
              <a:t>Secondary label</a:t>
            </a:r>
          </a:p>
        </p:txBody>
      </p:sp>
      <p:sp>
        <p:nvSpPr>
          <p:cNvPr id="19" name="Text Placeholder 55">
            <a:extLst>
              <a:ext uri="{FF2B5EF4-FFF2-40B4-BE49-F238E27FC236}">
                <a16:creationId xmlns:a16="http://schemas.microsoft.com/office/drawing/2014/main" id="{3686A79A-377C-B413-EAAA-F5FD8D1894B2}"/>
              </a:ext>
            </a:extLst>
          </p:cNvPr>
          <p:cNvSpPr>
            <a:spLocks noGrp="1"/>
          </p:cNvSpPr>
          <p:nvPr>
            <p:ph type="body" sz="quarter" idx="17" hasCustomPrompt="1"/>
          </p:nvPr>
        </p:nvSpPr>
        <p:spPr>
          <a:xfrm>
            <a:off x="2935224" y="2990088"/>
            <a:ext cx="1271016" cy="548640"/>
          </a:xfrm>
          <a:prstGeom prst="rect">
            <a:avLst/>
          </a:prstGeom>
        </p:spPr>
        <p:txBody>
          <a:bodyPr tIns="91440" bIns="91440" anchor="ctr" anchorCtr="0">
            <a:normAutofit/>
          </a:bodyPr>
          <a:lstStyle>
            <a:lvl1pPr marL="0" indent="0" algn="ctr">
              <a:lnSpc>
                <a:spcPct val="80000"/>
              </a:lnSpc>
              <a:spcBef>
                <a:spcPts val="0"/>
              </a:spcBef>
              <a:spcAft>
                <a:spcPts val="0"/>
              </a:spcAft>
              <a:buNone/>
              <a:defRPr sz="2600">
                <a:solidFill>
                  <a:schemeClr val="accent5"/>
                </a:solidFill>
                <a:latin typeface="Aptos ExtraBold" panose="020B0004020202020204" pitchFamily="34" charset="0"/>
              </a:defRPr>
            </a:lvl1pPr>
          </a:lstStyle>
          <a:p>
            <a:pPr lvl="0"/>
            <a:r>
              <a:rPr lang="en-US" dirty="0"/>
              <a:t>00%</a:t>
            </a:r>
          </a:p>
        </p:txBody>
      </p:sp>
      <p:sp>
        <p:nvSpPr>
          <p:cNvPr id="20" name="Text Placeholder 57">
            <a:extLst>
              <a:ext uri="{FF2B5EF4-FFF2-40B4-BE49-F238E27FC236}">
                <a16:creationId xmlns:a16="http://schemas.microsoft.com/office/drawing/2014/main" id="{31D757BB-AF31-465C-693D-1E768EAA34F2}"/>
              </a:ext>
            </a:extLst>
          </p:cNvPr>
          <p:cNvSpPr>
            <a:spLocks noGrp="1"/>
          </p:cNvSpPr>
          <p:nvPr>
            <p:ph type="body" sz="quarter" idx="18" hasCustomPrompt="1"/>
          </p:nvPr>
        </p:nvSpPr>
        <p:spPr>
          <a:xfrm>
            <a:off x="3076956" y="3465576"/>
            <a:ext cx="987552" cy="411480"/>
          </a:xfrm>
          <a:prstGeom prst="rect">
            <a:avLst/>
          </a:prstGeom>
        </p:spPr>
        <p:txBody>
          <a:bodyPr tIns="91440" bIns="91440"/>
          <a:lstStyle>
            <a:lvl1pPr marL="0" indent="0" algn="ctr">
              <a:lnSpc>
                <a:spcPct val="100000"/>
              </a:lnSpc>
              <a:spcBef>
                <a:spcPts val="0"/>
              </a:spcBef>
              <a:spcAft>
                <a:spcPts val="1000"/>
              </a:spcAft>
              <a:buNone/>
              <a:defRPr sz="1100" b="1">
                <a:latin typeface="Aptos" panose="020B0004020202020204" pitchFamily="34" charset="0"/>
              </a:defRPr>
            </a:lvl1pPr>
          </a:lstStyle>
          <a:p>
            <a:pPr lvl="0"/>
            <a:r>
              <a:rPr lang="en-US" dirty="0"/>
              <a:t>Stat detail</a:t>
            </a:r>
          </a:p>
        </p:txBody>
      </p:sp>
      <p:sp>
        <p:nvSpPr>
          <p:cNvPr id="21" name="Text Placeholder 51">
            <a:extLst>
              <a:ext uri="{FF2B5EF4-FFF2-40B4-BE49-F238E27FC236}">
                <a16:creationId xmlns:a16="http://schemas.microsoft.com/office/drawing/2014/main" id="{E1E649B3-F652-C435-DD29-EDDF787A1ADD}"/>
              </a:ext>
            </a:extLst>
          </p:cNvPr>
          <p:cNvSpPr>
            <a:spLocks noGrp="1"/>
          </p:cNvSpPr>
          <p:nvPr>
            <p:ph type="body" sz="quarter" idx="20" hasCustomPrompt="1"/>
          </p:nvPr>
        </p:nvSpPr>
        <p:spPr>
          <a:xfrm>
            <a:off x="4681728" y="2633472"/>
            <a:ext cx="1783080" cy="329184"/>
          </a:xfrm>
          <a:prstGeom prst="rect">
            <a:avLst/>
          </a:prstGeom>
        </p:spPr>
        <p:txBody>
          <a:bodyPr tIns="91440" bIns="91440"/>
          <a:lstStyle>
            <a:lvl1pPr marL="0" indent="0" algn="ctr">
              <a:lnSpc>
                <a:spcPct val="100000"/>
              </a:lnSpc>
              <a:spcBef>
                <a:spcPts val="0"/>
              </a:spcBef>
              <a:spcAft>
                <a:spcPts val="1000"/>
              </a:spcAft>
              <a:buNone/>
              <a:defRPr sz="1000" b="1">
                <a:solidFill>
                  <a:srgbClr val="0B2340"/>
                </a:solidFill>
                <a:latin typeface="Aptos SemiBold" panose="020B0004020202020204" pitchFamily="34" charset="0"/>
              </a:defRPr>
            </a:lvl1pPr>
          </a:lstStyle>
          <a:p>
            <a:pPr lvl="0"/>
            <a:r>
              <a:rPr lang="en-US" dirty="0"/>
              <a:t>Secondary label</a:t>
            </a:r>
          </a:p>
        </p:txBody>
      </p:sp>
      <p:sp>
        <p:nvSpPr>
          <p:cNvPr id="22" name="Text Placeholder 55">
            <a:extLst>
              <a:ext uri="{FF2B5EF4-FFF2-40B4-BE49-F238E27FC236}">
                <a16:creationId xmlns:a16="http://schemas.microsoft.com/office/drawing/2014/main" id="{081A4057-A123-B366-DE8D-09C10857F8AE}"/>
              </a:ext>
            </a:extLst>
          </p:cNvPr>
          <p:cNvSpPr>
            <a:spLocks noGrp="1"/>
          </p:cNvSpPr>
          <p:nvPr>
            <p:ph type="body" sz="quarter" idx="21" hasCustomPrompt="1"/>
          </p:nvPr>
        </p:nvSpPr>
        <p:spPr>
          <a:xfrm>
            <a:off x="4937760" y="2990088"/>
            <a:ext cx="1271016" cy="548640"/>
          </a:xfrm>
          <a:prstGeom prst="rect">
            <a:avLst/>
          </a:prstGeom>
        </p:spPr>
        <p:txBody>
          <a:bodyPr tIns="91440" bIns="91440" anchor="ctr" anchorCtr="0">
            <a:normAutofit/>
          </a:bodyPr>
          <a:lstStyle>
            <a:lvl1pPr marL="0" indent="0" algn="ctr">
              <a:lnSpc>
                <a:spcPct val="80000"/>
              </a:lnSpc>
              <a:spcBef>
                <a:spcPts val="0"/>
              </a:spcBef>
              <a:spcAft>
                <a:spcPts val="0"/>
              </a:spcAft>
              <a:buNone/>
              <a:defRPr sz="2600">
                <a:solidFill>
                  <a:schemeClr val="accent5"/>
                </a:solidFill>
                <a:latin typeface="Aptos ExtraBold" panose="020B0004020202020204" pitchFamily="34" charset="0"/>
              </a:defRPr>
            </a:lvl1pPr>
          </a:lstStyle>
          <a:p>
            <a:pPr lvl="0"/>
            <a:r>
              <a:rPr lang="en-US" dirty="0"/>
              <a:t>00%</a:t>
            </a:r>
          </a:p>
        </p:txBody>
      </p:sp>
      <p:sp>
        <p:nvSpPr>
          <p:cNvPr id="23" name="Text Placeholder 57">
            <a:extLst>
              <a:ext uri="{FF2B5EF4-FFF2-40B4-BE49-F238E27FC236}">
                <a16:creationId xmlns:a16="http://schemas.microsoft.com/office/drawing/2014/main" id="{8ED6A553-6EBA-5C37-D9FF-088E843F1AF5}"/>
              </a:ext>
            </a:extLst>
          </p:cNvPr>
          <p:cNvSpPr>
            <a:spLocks noGrp="1"/>
          </p:cNvSpPr>
          <p:nvPr>
            <p:ph type="body" sz="quarter" idx="22" hasCustomPrompt="1"/>
          </p:nvPr>
        </p:nvSpPr>
        <p:spPr>
          <a:xfrm>
            <a:off x="5079492" y="3465576"/>
            <a:ext cx="987552" cy="411480"/>
          </a:xfrm>
          <a:prstGeom prst="rect">
            <a:avLst/>
          </a:prstGeom>
        </p:spPr>
        <p:txBody>
          <a:bodyPr tIns="91440" bIns="91440"/>
          <a:lstStyle>
            <a:lvl1pPr marL="0" indent="0" algn="ctr">
              <a:lnSpc>
                <a:spcPct val="100000"/>
              </a:lnSpc>
              <a:spcBef>
                <a:spcPts val="0"/>
              </a:spcBef>
              <a:spcAft>
                <a:spcPts val="1000"/>
              </a:spcAft>
              <a:buNone/>
              <a:defRPr sz="1100" b="1">
                <a:latin typeface="Aptos" panose="020B0004020202020204" pitchFamily="34" charset="0"/>
              </a:defRPr>
            </a:lvl1pPr>
          </a:lstStyle>
          <a:p>
            <a:pPr lvl="0"/>
            <a:r>
              <a:rPr lang="en-US" dirty="0"/>
              <a:t>Stat detail</a:t>
            </a:r>
          </a:p>
        </p:txBody>
      </p:sp>
      <p:sp>
        <p:nvSpPr>
          <p:cNvPr id="25" name="Text Placeholder 51">
            <a:extLst>
              <a:ext uri="{FF2B5EF4-FFF2-40B4-BE49-F238E27FC236}">
                <a16:creationId xmlns:a16="http://schemas.microsoft.com/office/drawing/2014/main" id="{79EDE5CC-4A26-17A8-785B-BF971EB14678}"/>
              </a:ext>
            </a:extLst>
          </p:cNvPr>
          <p:cNvSpPr>
            <a:spLocks noGrp="1"/>
          </p:cNvSpPr>
          <p:nvPr>
            <p:ph type="body" sz="quarter" idx="24" hasCustomPrompt="1"/>
          </p:nvPr>
        </p:nvSpPr>
        <p:spPr>
          <a:xfrm>
            <a:off x="6693408" y="2633472"/>
            <a:ext cx="1783080" cy="329184"/>
          </a:xfrm>
          <a:prstGeom prst="rect">
            <a:avLst/>
          </a:prstGeom>
        </p:spPr>
        <p:txBody>
          <a:bodyPr tIns="91440" bIns="91440"/>
          <a:lstStyle>
            <a:lvl1pPr marL="0" indent="0" algn="ctr">
              <a:lnSpc>
                <a:spcPct val="100000"/>
              </a:lnSpc>
              <a:spcBef>
                <a:spcPts val="0"/>
              </a:spcBef>
              <a:spcAft>
                <a:spcPts val="1000"/>
              </a:spcAft>
              <a:buNone/>
              <a:defRPr sz="1000" b="1">
                <a:solidFill>
                  <a:srgbClr val="0B2340"/>
                </a:solidFill>
                <a:latin typeface="Aptos SemiBold" panose="020B0004020202020204" pitchFamily="34" charset="0"/>
              </a:defRPr>
            </a:lvl1pPr>
          </a:lstStyle>
          <a:p>
            <a:pPr lvl="0"/>
            <a:r>
              <a:rPr lang="en-US" dirty="0"/>
              <a:t>Secondary label</a:t>
            </a:r>
          </a:p>
        </p:txBody>
      </p:sp>
      <p:sp>
        <p:nvSpPr>
          <p:cNvPr id="26" name="Text Placeholder 55">
            <a:extLst>
              <a:ext uri="{FF2B5EF4-FFF2-40B4-BE49-F238E27FC236}">
                <a16:creationId xmlns:a16="http://schemas.microsoft.com/office/drawing/2014/main" id="{957D73B6-824A-2561-AC5B-499CECB0FDE0}"/>
              </a:ext>
            </a:extLst>
          </p:cNvPr>
          <p:cNvSpPr>
            <a:spLocks noGrp="1"/>
          </p:cNvSpPr>
          <p:nvPr>
            <p:ph type="body" sz="quarter" idx="25" hasCustomPrompt="1"/>
          </p:nvPr>
        </p:nvSpPr>
        <p:spPr>
          <a:xfrm>
            <a:off x="6949440" y="2990088"/>
            <a:ext cx="1271016" cy="548640"/>
          </a:xfrm>
          <a:prstGeom prst="rect">
            <a:avLst/>
          </a:prstGeom>
        </p:spPr>
        <p:txBody>
          <a:bodyPr tIns="91440" bIns="91440" anchor="ctr" anchorCtr="0">
            <a:normAutofit/>
          </a:bodyPr>
          <a:lstStyle>
            <a:lvl1pPr marL="0" indent="0" algn="ctr">
              <a:lnSpc>
                <a:spcPct val="80000"/>
              </a:lnSpc>
              <a:spcBef>
                <a:spcPts val="0"/>
              </a:spcBef>
              <a:spcAft>
                <a:spcPts val="0"/>
              </a:spcAft>
              <a:buNone/>
              <a:defRPr sz="2600">
                <a:solidFill>
                  <a:schemeClr val="accent5"/>
                </a:solidFill>
                <a:latin typeface="Aptos ExtraBold" panose="020B0004020202020204" pitchFamily="34" charset="0"/>
              </a:defRPr>
            </a:lvl1pPr>
          </a:lstStyle>
          <a:p>
            <a:pPr lvl="0"/>
            <a:r>
              <a:rPr lang="en-US" dirty="0"/>
              <a:t>00%</a:t>
            </a:r>
          </a:p>
        </p:txBody>
      </p:sp>
      <p:sp>
        <p:nvSpPr>
          <p:cNvPr id="27" name="Text Placeholder 57">
            <a:extLst>
              <a:ext uri="{FF2B5EF4-FFF2-40B4-BE49-F238E27FC236}">
                <a16:creationId xmlns:a16="http://schemas.microsoft.com/office/drawing/2014/main" id="{0700E229-86F1-3722-2CD7-68623F51650C}"/>
              </a:ext>
            </a:extLst>
          </p:cNvPr>
          <p:cNvSpPr>
            <a:spLocks noGrp="1"/>
          </p:cNvSpPr>
          <p:nvPr>
            <p:ph type="body" sz="quarter" idx="26" hasCustomPrompt="1"/>
          </p:nvPr>
        </p:nvSpPr>
        <p:spPr>
          <a:xfrm>
            <a:off x="7091172" y="3465576"/>
            <a:ext cx="987552" cy="411480"/>
          </a:xfrm>
          <a:prstGeom prst="rect">
            <a:avLst/>
          </a:prstGeom>
        </p:spPr>
        <p:txBody>
          <a:bodyPr tIns="91440" bIns="91440"/>
          <a:lstStyle>
            <a:lvl1pPr marL="0" indent="0" algn="ctr">
              <a:lnSpc>
                <a:spcPct val="100000"/>
              </a:lnSpc>
              <a:spcBef>
                <a:spcPts val="0"/>
              </a:spcBef>
              <a:spcAft>
                <a:spcPts val="1000"/>
              </a:spcAft>
              <a:buNone/>
              <a:defRPr sz="1100" b="1">
                <a:latin typeface="Aptos" panose="020B0004020202020204" pitchFamily="34" charset="0"/>
              </a:defRPr>
            </a:lvl1pPr>
          </a:lstStyle>
          <a:p>
            <a:pPr lvl="0"/>
            <a:r>
              <a:rPr lang="en-US" dirty="0"/>
              <a:t>Stat detail</a:t>
            </a:r>
          </a:p>
        </p:txBody>
      </p:sp>
      <p:sp>
        <p:nvSpPr>
          <p:cNvPr id="28" name="Text Placeholder 49">
            <a:extLst>
              <a:ext uri="{FF2B5EF4-FFF2-40B4-BE49-F238E27FC236}">
                <a16:creationId xmlns:a16="http://schemas.microsoft.com/office/drawing/2014/main" id="{E455E167-0DFE-431B-0BA6-CD18D906B383}"/>
              </a:ext>
            </a:extLst>
          </p:cNvPr>
          <p:cNvSpPr>
            <a:spLocks noGrp="1"/>
          </p:cNvSpPr>
          <p:nvPr>
            <p:ph type="body" sz="quarter" idx="11" hasCustomPrompt="1"/>
          </p:nvPr>
        </p:nvSpPr>
        <p:spPr>
          <a:xfrm>
            <a:off x="704088" y="1929384"/>
            <a:ext cx="1755648" cy="469447"/>
          </a:xfrm>
          <a:prstGeom prst="rect">
            <a:avLst/>
          </a:prstGeom>
        </p:spPr>
        <p:txBody>
          <a:bodyPr tIns="91440" bIns="91440" anchor="ctr" anchorCtr="0">
            <a:normAutofit/>
          </a:bodyPr>
          <a:lstStyle>
            <a:lvl1pPr marL="0" indent="0" algn="ctr">
              <a:lnSpc>
                <a:spcPct val="100000"/>
              </a:lnSpc>
              <a:spcBef>
                <a:spcPts val="0"/>
              </a:spcBef>
              <a:buNone/>
              <a:defRPr sz="1200" b="1" cap="all" baseline="0">
                <a:solidFill>
                  <a:schemeClr val="bg1"/>
                </a:solidFill>
              </a:defRPr>
            </a:lvl1pPr>
          </a:lstStyle>
          <a:p>
            <a:pPr lvl="0"/>
            <a:r>
              <a:rPr lang="en-US" dirty="0"/>
              <a:t>Primary label 1</a:t>
            </a:r>
          </a:p>
        </p:txBody>
      </p:sp>
      <p:sp>
        <p:nvSpPr>
          <p:cNvPr id="29" name="Text Placeholder 49">
            <a:extLst>
              <a:ext uri="{FF2B5EF4-FFF2-40B4-BE49-F238E27FC236}">
                <a16:creationId xmlns:a16="http://schemas.microsoft.com/office/drawing/2014/main" id="{D24983CC-D9B6-D54E-C11B-0AA1AFF21EBD}"/>
              </a:ext>
            </a:extLst>
          </p:cNvPr>
          <p:cNvSpPr>
            <a:spLocks noGrp="1"/>
          </p:cNvSpPr>
          <p:nvPr>
            <p:ph type="body" sz="quarter" idx="15" hasCustomPrompt="1"/>
          </p:nvPr>
        </p:nvSpPr>
        <p:spPr>
          <a:xfrm>
            <a:off x="2697480" y="1938528"/>
            <a:ext cx="1755648" cy="469447"/>
          </a:xfrm>
          <a:prstGeom prst="rect">
            <a:avLst/>
          </a:prstGeom>
        </p:spPr>
        <p:txBody>
          <a:bodyPr tIns="91440" bIns="91440" anchor="ctr" anchorCtr="0">
            <a:normAutofit/>
          </a:bodyPr>
          <a:lstStyle>
            <a:lvl1pPr marL="0" indent="0" algn="ctr">
              <a:lnSpc>
                <a:spcPct val="100000"/>
              </a:lnSpc>
              <a:spcBef>
                <a:spcPts val="0"/>
              </a:spcBef>
              <a:buNone/>
              <a:defRPr sz="1200" b="1" cap="all" baseline="0">
                <a:solidFill>
                  <a:schemeClr val="bg1"/>
                </a:solidFill>
              </a:defRPr>
            </a:lvl1pPr>
          </a:lstStyle>
          <a:p>
            <a:pPr lvl="0"/>
            <a:r>
              <a:rPr lang="en-US" dirty="0"/>
              <a:t>Primary label 2</a:t>
            </a:r>
          </a:p>
        </p:txBody>
      </p:sp>
      <p:sp>
        <p:nvSpPr>
          <p:cNvPr id="30" name="Text Placeholder 49">
            <a:extLst>
              <a:ext uri="{FF2B5EF4-FFF2-40B4-BE49-F238E27FC236}">
                <a16:creationId xmlns:a16="http://schemas.microsoft.com/office/drawing/2014/main" id="{11F5518E-4539-0819-849C-61F3713B316F}"/>
              </a:ext>
            </a:extLst>
          </p:cNvPr>
          <p:cNvSpPr>
            <a:spLocks noGrp="1"/>
          </p:cNvSpPr>
          <p:nvPr>
            <p:ph type="body" sz="quarter" idx="19" hasCustomPrompt="1"/>
          </p:nvPr>
        </p:nvSpPr>
        <p:spPr>
          <a:xfrm>
            <a:off x="4700016" y="1938528"/>
            <a:ext cx="1755648" cy="469447"/>
          </a:xfrm>
          <a:prstGeom prst="rect">
            <a:avLst/>
          </a:prstGeom>
        </p:spPr>
        <p:txBody>
          <a:bodyPr tIns="91440" bIns="91440" anchor="ctr" anchorCtr="0">
            <a:normAutofit/>
          </a:bodyPr>
          <a:lstStyle>
            <a:lvl1pPr marL="0" indent="0" algn="ctr">
              <a:lnSpc>
                <a:spcPct val="100000"/>
              </a:lnSpc>
              <a:spcBef>
                <a:spcPts val="0"/>
              </a:spcBef>
              <a:buNone/>
              <a:defRPr sz="1200" b="1" cap="all" baseline="0">
                <a:solidFill>
                  <a:srgbClr val="FFFFFF"/>
                </a:solidFill>
              </a:defRPr>
            </a:lvl1pPr>
          </a:lstStyle>
          <a:p>
            <a:pPr lvl="0"/>
            <a:r>
              <a:rPr lang="en-US" dirty="0"/>
              <a:t>Primary label 3</a:t>
            </a:r>
          </a:p>
        </p:txBody>
      </p:sp>
      <p:sp>
        <p:nvSpPr>
          <p:cNvPr id="31" name="Text Placeholder 49">
            <a:extLst>
              <a:ext uri="{FF2B5EF4-FFF2-40B4-BE49-F238E27FC236}">
                <a16:creationId xmlns:a16="http://schemas.microsoft.com/office/drawing/2014/main" id="{A72C45AB-CFEA-74E9-15A7-7514322F4386}"/>
              </a:ext>
            </a:extLst>
          </p:cNvPr>
          <p:cNvSpPr>
            <a:spLocks noGrp="1"/>
          </p:cNvSpPr>
          <p:nvPr>
            <p:ph type="body" sz="quarter" idx="23" hasCustomPrompt="1"/>
          </p:nvPr>
        </p:nvSpPr>
        <p:spPr>
          <a:xfrm>
            <a:off x="6702552" y="1938528"/>
            <a:ext cx="1755648" cy="469447"/>
          </a:xfrm>
          <a:prstGeom prst="rect">
            <a:avLst/>
          </a:prstGeom>
        </p:spPr>
        <p:txBody>
          <a:bodyPr tIns="91440" bIns="91440" anchor="ctr" anchorCtr="0">
            <a:normAutofit/>
          </a:bodyPr>
          <a:lstStyle>
            <a:lvl1pPr marL="0" indent="0" algn="ctr">
              <a:lnSpc>
                <a:spcPct val="100000"/>
              </a:lnSpc>
              <a:spcBef>
                <a:spcPts val="0"/>
              </a:spcBef>
              <a:buNone/>
              <a:defRPr sz="1200" b="1" cap="all" baseline="0">
                <a:solidFill>
                  <a:schemeClr val="bg1"/>
                </a:solidFill>
              </a:defRPr>
            </a:lvl1pPr>
          </a:lstStyle>
          <a:p>
            <a:pPr lvl="0"/>
            <a:r>
              <a:rPr lang="en-US" dirty="0"/>
              <a:t>Primary label 4</a:t>
            </a:r>
          </a:p>
        </p:txBody>
      </p:sp>
      <p:pic>
        <p:nvPicPr>
          <p:cNvPr id="3" name="Picture 2">
            <a:extLst>
              <a:ext uri="{FF2B5EF4-FFF2-40B4-BE49-F238E27FC236}">
                <a16:creationId xmlns:a16="http://schemas.microsoft.com/office/drawing/2014/main" id="{619CA597-979B-E8E2-49AC-D3E015A25829}"/>
              </a:ext>
            </a:extLst>
          </p:cNvPr>
          <p:cNvPicPr>
            <a:picLocks noChangeAspect="1"/>
          </p:cNvPicPr>
          <p:nvPr userDrawn="1"/>
        </p:nvPicPr>
        <p:blipFill>
          <a:blip r:embed="rId3"/>
          <a:srcRect/>
          <a:stretch/>
        </p:blipFill>
        <p:spPr>
          <a:xfrm>
            <a:off x="7348791" y="4602597"/>
            <a:ext cx="1650074" cy="509546"/>
          </a:xfrm>
          <a:prstGeom prst="rect">
            <a:avLst/>
          </a:prstGeom>
        </p:spPr>
      </p:pic>
    </p:spTree>
    <p:extLst>
      <p:ext uri="{BB962C8B-B14F-4D97-AF65-F5344CB8AC3E}">
        <p14:creationId xmlns:p14="http://schemas.microsoft.com/office/powerpoint/2010/main" val="238898092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Big Picture , Heading, Subheading">
    <p:spTree>
      <p:nvGrpSpPr>
        <p:cNvPr id="1" name=""/>
        <p:cNvGrpSpPr/>
        <p:nvPr/>
      </p:nvGrpSpPr>
      <p:grpSpPr>
        <a:xfrm>
          <a:off x="0" y="0"/>
          <a:ext cx="0" cy="0"/>
          <a:chOff x="0" y="0"/>
          <a:chExt cx="0" cy="0"/>
        </a:xfrm>
      </p:grpSpPr>
      <p:sp>
        <p:nvSpPr>
          <p:cNvPr id="15" name="Picture Placeholder 12">
            <a:extLst>
              <a:ext uri="{FF2B5EF4-FFF2-40B4-BE49-F238E27FC236}">
                <a16:creationId xmlns:a16="http://schemas.microsoft.com/office/drawing/2014/main" id="{774B79D5-0906-B14C-8687-4EB353D61DF2}"/>
              </a:ext>
            </a:extLst>
          </p:cNvPr>
          <p:cNvSpPr>
            <a:spLocks noGrp="1"/>
          </p:cNvSpPr>
          <p:nvPr>
            <p:ph type="pic" sz="quarter" idx="13" hasCustomPrompt="1"/>
          </p:nvPr>
        </p:nvSpPr>
        <p:spPr>
          <a:xfrm>
            <a:off x="0" y="0"/>
            <a:ext cx="4581140" cy="5143496"/>
          </a:xfrm>
          <a:prstGeom prst="rect">
            <a:avLst/>
          </a:prstGeom>
          <a:solidFill>
            <a:schemeClr val="accent3"/>
          </a:solidFill>
        </p:spPr>
        <p:txBody>
          <a:bodyPr vert="horz" anchor="ctr" anchorCtr="0"/>
          <a:lstStyle>
            <a:lvl1pPr marL="0" indent="0" algn="ctr">
              <a:buNone/>
              <a:defRPr>
                <a:latin typeface="Helvetica" pitchFamily="2" charset="0"/>
              </a:defRPr>
            </a:lvl1pPr>
          </a:lstStyle>
          <a:p>
            <a:r>
              <a:rPr lang="en-US"/>
              <a:t>Image</a:t>
            </a:r>
          </a:p>
        </p:txBody>
      </p:sp>
      <p:sp>
        <p:nvSpPr>
          <p:cNvPr id="4" name="AutoShape 5">
            <a:extLst>
              <a:ext uri="{FF2B5EF4-FFF2-40B4-BE49-F238E27FC236}">
                <a16:creationId xmlns:a16="http://schemas.microsoft.com/office/drawing/2014/main" id="{10507459-3A8D-CF30-5DC6-80B942F31496}"/>
              </a:ext>
            </a:extLst>
          </p:cNvPr>
          <p:cNvSpPr/>
          <p:nvPr userDrawn="1"/>
        </p:nvSpPr>
        <p:spPr>
          <a:xfrm flipV="1">
            <a:off x="5023648" y="1416047"/>
            <a:ext cx="3617933" cy="0"/>
          </a:xfrm>
          <a:prstGeom prst="line">
            <a:avLst/>
          </a:prstGeom>
          <a:ln w="25400" cap="flat">
            <a:solidFill>
              <a:srgbClr val="032044"/>
            </a:solidFill>
            <a:prstDash val="solid"/>
            <a:headEnd type="none" w="sm" len="sm"/>
            <a:tailEnd type="none" w="sm" len="sm"/>
          </a:ln>
        </p:spPr>
        <p:txBody>
          <a:bodyPr/>
          <a:lstStyle/>
          <a:p>
            <a:endParaRPr lang="en-US" sz="1013">
              <a:solidFill>
                <a:schemeClr val="tx2"/>
              </a:solidFill>
            </a:endParaRPr>
          </a:p>
        </p:txBody>
      </p:sp>
      <p:sp>
        <p:nvSpPr>
          <p:cNvPr id="8" name="Title 4">
            <a:extLst>
              <a:ext uri="{FF2B5EF4-FFF2-40B4-BE49-F238E27FC236}">
                <a16:creationId xmlns:a16="http://schemas.microsoft.com/office/drawing/2014/main" id="{70A86640-F100-1A58-9821-9C376C373DA5}"/>
              </a:ext>
            </a:extLst>
          </p:cNvPr>
          <p:cNvSpPr>
            <a:spLocks noGrp="1"/>
          </p:cNvSpPr>
          <p:nvPr>
            <p:ph type="title" hasCustomPrompt="1"/>
          </p:nvPr>
        </p:nvSpPr>
        <p:spPr>
          <a:xfrm>
            <a:off x="4918873" y="951099"/>
            <a:ext cx="6867144" cy="426848"/>
          </a:xfrm>
          <a:prstGeom prst="rect">
            <a:avLst/>
          </a:prstGeom>
        </p:spPr>
        <p:txBody>
          <a:bodyPr anchor="b" anchorCtr="0">
            <a:spAutoFit/>
          </a:bodyPr>
          <a:lstStyle>
            <a:lvl1pPr>
              <a:defRPr sz="2400" b="1">
                <a:latin typeface="Aptos" panose="020B0004020202020204" pitchFamily="34" charset="0"/>
              </a:defRPr>
            </a:lvl1pPr>
          </a:lstStyle>
          <a:p>
            <a:r>
              <a:rPr lang="en-US" dirty="0"/>
              <a:t>This is a heading</a:t>
            </a:r>
          </a:p>
        </p:txBody>
      </p:sp>
      <p:sp>
        <p:nvSpPr>
          <p:cNvPr id="9" name="Text Placeholder 27">
            <a:extLst>
              <a:ext uri="{FF2B5EF4-FFF2-40B4-BE49-F238E27FC236}">
                <a16:creationId xmlns:a16="http://schemas.microsoft.com/office/drawing/2014/main" id="{CE8B4FEE-520F-0EDE-B332-5815F5B0D166}"/>
              </a:ext>
            </a:extLst>
          </p:cNvPr>
          <p:cNvSpPr>
            <a:spLocks noGrp="1"/>
          </p:cNvSpPr>
          <p:nvPr>
            <p:ph type="body" sz="quarter" idx="10" hasCustomPrompt="1"/>
          </p:nvPr>
        </p:nvSpPr>
        <p:spPr>
          <a:xfrm>
            <a:off x="4916501" y="1618611"/>
            <a:ext cx="5312664" cy="365760"/>
          </a:xfrm>
          <a:prstGeom prst="rect">
            <a:avLst/>
          </a:prstGeom>
        </p:spPr>
        <p:txBody>
          <a:bodyPr anchor="t" anchorCtr="0">
            <a:spAutoFit/>
          </a:bodyPr>
          <a:lstStyle>
            <a:lvl1pPr marL="0" indent="0">
              <a:lnSpc>
                <a:spcPct val="100000"/>
              </a:lnSpc>
              <a:spcBef>
                <a:spcPts val="0"/>
              </a:spcBef>
              <a:buNone/>
              <a:defRPr sz="1800" b="1" cap="all" baseline="0">
                <a:solidFill>
                  <a:srgbClr val="D3430D"/>
                </a:solidFill>
              </a:defRPr>
            </a:lvl1pPr>
          </a:lstStyle>
          <a:p>
            <a:pPr lvl="0"/>
            <a:r>
              <a:rPr lang="en-US" dirty="0"/>
              <a:t>Subheading here</a:t>
            </a:r>
          </a:p>
        </p:txBody>
      </p:sp>
      <p:sp>
        <p:nvSpPr>
          <p:cNvPr id="10" name="Text Placeholder 23">
            <a:extLst>
              <a:ext uri="{FF2B5EF4-FFF2-40B4-BE49-F238E27FC236}">
                <a16:creationId xmlns:a16="http://schemas.microsoft.com/office/drawing/2014/main" id="{3D999AE6-ED81-4618-7A61-E76EB207F6DD}"/>
              </a:ext>
            </a:extLst>
          </p:cNvPr>
          <p:cNvSpPr>
            <a:spLocks noGrp="1"/>
          </p:cNvSpPr>
          <p:nvPr>
            <p:ph type="body" sz="quarter" idx="12" hasCustomPrompt="1"/>
          </p:nvPr>
        </p:nvSpPr>
        <p:spPr>
          <a:xfrm>
            <a:off x="4918873" y="2066667"/>
            <a:ext cx="3483864" cy="2441448"/>
          </a:xfrm>
          <a:prstGeom prst="rect">
            <a:avLst/>
          </a:prstGeom>
        </p:spPr>
        <p:txBody>
          <a:bodyPr>
            <a:spAutoFit/>
          </a:bodyPr>
          <a:lstStyle>
            <a:lvl1pPr marL="0" indent="0">
              <a:lnSpc>
                <a:spcPct val="114000"/>
              </a:lnSpc>
              <a:spcBef>
                <a:spcPts val="0"/>
              </a:spcBef>
              <a:spcAft>
                <a:spcPts val="1000"/>
              </a:spcAft>
              <a:buNone/>
              <a:defRPr sz="1600">
                <a:solidFill>
                  <a:srgbClr val="032044"/>
                </a:solidFill>
              </a:defRPr>
            </a:lvl1pPr>
            <a:lvl2pPr marL="292608">
              <a:lnSpc>
                <a:spcPct val="114000"/>
              </a:lnSpc>
              <a:spcBef>
                <a:spcPts val="0"/>
              </a:spcBef>
              <a:spcAft>
                <a:spcPts val="1000"/>
              </a:spcAft>
              <a:defRPr sz="1600">
                <a:solidFill>
                  <a:srgbClr val="032044"/>
                </a:solidFill>
              </a:defRPr>
            </a:lvl2pPr>
          </a:lstStyle>
          <a:p>
            <a:pPr lvl="0"/>
            <a:r>
              <a:rPr lang="en-US" dirty="0"/>
              <a:t>A write-up follows the heading. Keep the most important information on the slide. Toss the rest in the speaker notes.</a:t>
            </a:r>
          </a:p>
          <a:p>
            <a:pPr lvl="1"/>
            <a:r>
              <a:rPr lang="en-US" dirty="0"/>
              <a:t>Bullet</a:t>
            </a:r>
          </a:p>
          <a:p>
            <a:pPr lvl="1"/>
            <a:r>
              <a:rPr lang="en-US" dirty="0"/>
              <a:t>Bullet</a:t>
            </a:r>
          </a:p>
          <a:p>
            <a:pPr lvl="1"/>
            <a:r>
              <a:rPr lang="en-US" dirty="0"/>
              <a:t>Bullet</a:t>
            </a:r>
          </a:p>
        </p:txBody>
      </p:sp>
      <p:pic>
        <p:nvPicPr>
          <p:cNvPr id="3" name="Picture 2">
            <a:extLst>
              <a:ext uri="{FF2B5EF4-FFF2-40B4-BE49-F238E27FC236}">
                <a16:creationId xmlns:a16="http://schemas.microsoft.com/office/drawing/2014/main" id="{499914EA-6FCA-8F29-8256-500000EC6741}"/>
              </a:ext>
            </a:extLst>
          </p:cNvPr>
          <p:cNvPicPr>
            <a:picLocks noChangeAspect="1"/>
          </p:cNvPicPr>
          <p:nvPr userDrawn="1"/>
        </p:nvPicPr>
        <p:blipFill>
          <a:blip r:embed="rId2"/>
          <a:srcRect/>
          <a:stretch/>
        </p:blipFill>
        <p:spPr>
          <a:xfrm>
            <a:off x="7348791" y="4602597"/>
            <a:ext cx="1650074" cy="509546"/>
          </a:xfrm>
          <a:prstGeom prst="rect">
            <a:avLst/>
          </a:prstGeom>
        </p:spPr>
      </p:pic>
    </p:spTree>
    <p:extLst>
      <p:ext uri="{BB962C8B-B14F-4D97-AF65-F5344CB8AC3E}">
        <p14:creationId xmlns:p14="http://schemas.microsoft.com/office/powerpoint/2010/main" val="178029081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eading, Write-up, Picture 2">
    <p:spTree>
      <p:nvGrpSpPr>
        <p:cNvPr id="1" name=""/>
        <p:cNvGrpSpPr/>
        <p:nvPr/>
      </p:nvGrpSpPr>
      <p:grpSpPr>
        <a:xfrm>
          <a:off x="0" y="0"/>
          <a:ext cx="0" cy="0"/>
          <a:chOff x="0" y="0"/>
          <a:chExt cx="0" cy="0"/>
        </a:xfrm>
      </p:grpSpPr>
      <p:pic>
        <p:nvPicPr>
          <p:cNvPr id="21" name="Graphic 20">
            <a:extLst>
              <a:ext uri="{FF2B5EF4-FFF2-40B4-BE49-F238E27FC236}">
                <a16:creationId xmlns:a16="http://schemas.microsoft.com/office/drawing/2014/main" id="{2B47E77A-960C-A0C7-2622-A2DC89268A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7134" y="0"/>
            <a:ext cx="2848516" cy="5143500"/>
          </a:xfrm>
          <a:prstGeom prst="rect">
            <a:avLst/>
          </a:prstGeom>
        </p:spPr>
      </p:pic>
      <p:pic>
        <p:nvPicPr>
          <p:cNvPr id="28" name="Graphic 27">
            <a:extLst>
              <a:ext uri="{FF2B5EF4-FFF2-40B4-BE49-F238E27FC236}">
                <a16:creationId xmlns:a16="http://schemas.microsoft.com/office/drawing/2014/main" id="{5907CD3E-13E4-0574-6CDA-6D576E4D4B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340580" y="738"/>
            <a:ext cx="2848108" cy="5142761"/>
          </a:xfrm>
          <a:prstGeom prst="rect">
            <a:avLst/>
          </a:prstGeom>
        </p:spPr>
      </p:pic>
      <p:sp>
        <p:nvSpPr>
          <p:cNvPr id="4" name="AutoShape 5">
            <a:extLst>
              <a:ext uri="{FF2B5EF4-FFF2-40B4-BE49-F238E27FC236}">
                <a16:creationId xmlns:a16="http://schemas.microsoft.com/office/drawing/2014/main" id="{6829D162-43A5-5F42-850A-F73E7845B3D9}"/>
              </a:ext>
            </a:extLst>
          </p:cNvPr>
          <p:cNvSpPr/>
          <p:nvPr userDrawn="1"/>
        </p:nvSpPr>
        <p:spPr>
          <a:xfrm flipV="1">
            <a:off x="689772" y="892172"/>
            <a:ext cx="4031857" cy="0"/>
          </a:xfrm>
          <a:prstGeom prst="line">
            <a:avLst/>
          </a:prstGeom>
          <a:ln w="25400" cap="flat">
            <a:solidFill>
              <a:srgbClr val="032044"/>
            </a:solidFill>
            <a:prstDash val="solid"/>
            <a:headEnd type="none" w="sm" len="sm"/>
            <a:tailEnd type="none" w="sm" len="sm"/>
          </a:ln>
        </p:spPr>
        <p:txBody>
          <a:bodyPr/>
          <a:lstStyle/>
          <a:p>
            <a:endParaRPr lang="en-US" sz="1013">
              <a:solidFill>
                <a:schemeClr val="tx2"/>
              </a:solidFill>
            </a:endParaRPr>
          </a:p>
        </p:txBody>
      </p:sp>
      <p:sp>
        <p:nvSpPr>
          <p:cNvPr id="8" name="Title 4">
            <a:extLst>
              <a:ext uri="{FF2B5EF4-FFF2-40B4-BE49-F238E27FC236}">
                <a16:creationId xmlns:a16="http://schemas.microsoft.com/office/drawing/2014/main" id="{B354C7A8-FB2A-DB0A-C53F-15A067F25A20}"/>
              </a:ext>
            </a:extLst>
          </p:cNvPr>
          <p:cNvSpPr>
            <a:spLocks noGrp="1"/>
          </p:cNvSpPr>
          <p:nvPr>
            <p:ph type="title" hasCustomPrompt="1"/>
          </p:nvPr>
        </p:nvSpPr>
        <p:spPr>
          <a:xfrm>
            <a:off x="585216" y="429768"/>
            <a:ext cx="6867144" cy="426848"/>
          </a:xfrm>
          <a:prstGeom prst="rect">
            <a:avLst/>
          </a:prstGeom>
        </p:spPr>
        <p:txBody>
          <a:bodyPr anchor="b" anchorCtr="0">
            <a:spAutoFit/>
          </a:bodyPr>
          <a:lstStyle>
            <a:lvl1pPr>
              <a:defRPr sz="2400" b="1">
                <a:latin typeface="Aptos" panose="020B0004020202020204" pitchFamily="34" charset="0"/>
              </a:defRPr>
            </a:lvl1pPr>
          </a:lstStyle>
          <a:p>
            <a:r>
              <a:rPr lang="en-US" dirty="0"/>
              <a:t>This is a heading</a:t>
            </a:r>
          </a:p>
        </p:txBody>
      </p:sp>
      <p:sp>
        <p:nvSpPr>
          <p:cNvPr id="9" name="Text Placeholder 23">
            <a:extLst>
              <a:ext uri="{FF2B5EF4-FFF2-40B4-BE49-F238E27FC236}">
                <a16:creationId xmlns:a16="http://schemas.microsoft.com/office/drawing/2014/main" id="{CB2876B5-FA9F-4E59-9FB1-DB64CF102318}"/>
              </a:ext>
            </a:extLst>
          </p:cNvPr>
          <p:cNvSpPr>
            <a:spLocks noGrp="1"/>
          </p:cNvSpPr>
          <p:nvPr>
            <p:ph type="body" sz="quarter" idx="12" hasCustomPrompt="1"/>
          </p:nvPr>
        </p:nvSpPr>
        <p:spPr>
          <a:xfrm>
            <a:off x="612648" y="1005840"/>
            <a:ext cx="3291840" cy="2441448"/>
          </a:xfrm>
          <a:prstGeom prst="rect">
            <a:avLst/>
          </a:prstGeom>
        </p:spPr>
        <p:txBody>
          <a:bodyPr>
            <a:spAutoFit/>
          </a:bodyPr>
          <a:lstStyle>
            <a:lvl1pPr marL="0" indent="0">
              <a:lnSpc>
                <a:spcPct val="114000"/>
              </a:lnSpc>
              <a:spcBef>
                <a:spcPts val="0"/>
              </a:spcBef>
              <a:spcAft>
                <a:spcPts val="1000"/>
              </a:spcAft>
              <a:buNone/>
              <a:defRPr sz="1600">
                <a:solidFill>
                  <a:srgbClr val="032044"/>
                </a:solidFill>
              </a:defRPr>
            </a:lvl1pPr>
            <a:lvl2pPr marL="402336">
              <a:lnSpc>
                <a:spcPct val="114000"/>
              </a:lnSpc>
              <a:spcBef>
                <a:spcPts val="0"/>
              </a:spcBef>
              <a:spcAft>
                <a:spcPts val="1000"/>
              </a:spcAft>
              <a:defRPr sz="1600">
                <a:solidFill>
                  <a:srgbClr val="032044"/>
                </a:solidFill>
              </a:defRPr>
            </a:lvl2pPr>
          </a:lstStyle>
          <a:p>
            <a:pPr lvl="0"/>
            <a:r>
              <a:rPr lang="en-US" dirty="0"/>
              <a:t>A write-up follows the heading. Keep the most important information on the slide. Toss the rest in the speaker notes.</a:t>
            </a:r>
          </a:p>
          <a:p>
            <a:pPr lvl="1"/>
            <a:r>
              <a:rPr lang="en-US" dirty="0"/>
              <a:t>Bullet</a:t>
            </a:r>
          </a:p>
          <a:p>
            <a:pPr lvl="1"/>
            <a:r>
              <a:rPr lang="en-US" dirty="0"/>
              <a:t>Bullet</a:t>
            </a:r>
          </a:p>
          <a:p>
            <a:pPr lvl="1"/>
            <a:r>
              <a:rPr lang="en-US" dirty="0"/>
              <a:t>Bullet</a:t>
            </a:r>
          </a:p>
        </p:txBody>
      </p:sp>
      <p:sp>
        <p:nvSpPr>
          <p:cNvPr id="7" name="Picture Placeholder 6">
            <a:extLst>
              <a:ext uri="{FF2B5EF4-FFF2-40B4-BE49-F238E27FC236}">
                <a16:creationId xmlns:a16="http://schemas.microsoft.com/office/drawing/2014/main" id="{388F3C86-551C-F751-49A4-53EBD51B11FD}"/>
              </a:ext>
            </a:extLst>
          </p:cNvPr>
          <p:cNvSpPr>
            <a:spLocks noGrp="1"/>
          </p:cNvSpPr>
          <p:nvPr>
            <p:ph type="pic" sz="quarter" idx="4294967295"/>
          </p:nvPr>
        </p:nvSpPr>
        <p:spPr>
          <a:xfrm>
            <a:off x="5599602" y="700"/>
            <a:ext cx="3654208" cy="5143500"/>
          </a:xfrm>
          <a:custGeom>
            <a:avLst/>
            <a:gdLst>
              <a:gd name="connsiteX0" fmla="*/ 2087875 w 4871149"/>
              <a:gd name="connsiteY0" fmla="*/ 0 h 6856413"/>
              <a:gd name="connsiteX1" fmla="*/ 4871149 w 4871149"/>
              <a:gd name="connsiteY1" fmla="*/ 0 h 6856413"/>
              <a:gd name="connsiteX2" fmla="*/ 4871149 w 4871149"/>
              <a:gd name="connsiteY2" fmla="*/ 6856413 h 6856413"/>
              <a:gd name="connsiteX3" fmla="*/ 2087875 w 4871149"/>
              <a:gd name="connsiteY3" fmla="*/ 6856413 h 6856413"/>
              <a:gd name="connsiteX4" fmla="*/ 2088030 w 4871149"/>
              <a:gd name="connsiteY4" fmla="*/ 6577742 h 6856413"/>
              <a:gd name="connsiteX5" fmla="*/ 0 w 4871149"/>
              <a:gd name="connsiteY5" fmla="*/ 3502803 h 6856413"/>
              <a:gd name="connsiteX6" fmla="*/ 0 w 4871149"/>
              <a:gd name="connsiteY6" fmla="*/ 3353954 h 6856413"/>
              <a:gd name="connsiteX7" fmla="*/ 2087875 w 4871149"/>
              <a:gd name="connsiteY7" fmla="*/ 0 h 685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71149" h="6856413">
                <a:moveTo>
                  <a:pt x="2087875" y="0"/>
                </a:moveTo>
                <a:lnTo>
                  <a:pt x="4871149" y="0"/>
                </a:lnTo>
                <a:lnTo>
                  <a:pt x="4871149" y="6856413"/>
                </a:lnTo>
                <a:lnTo>
                  <a:pt x="2087875" y="6856413"/>
                </a:lnTo>
                <a:lnTo>
                  <a:pt x="2088030" y="6577742"/>
                </a:lnTo>
                <a:cubicBezTo>
                  <a:pt x="2056199" y="5185687"/>
                  <a:pt x="1524333" y="3880813"/>
                  <a:pt x="0" y="3502803"/>
                </a:cubicBezTo>
                <a:lnTo>
                  <a:pt x="0" y="3353954"/>
                </a:lnTo>
                <a:cubicBezTo>
                  <a:pt x="1625955" y="2950868"/>
                  <a:pt x="2122704" y="1493278"/>
                  <a:pt x="2087875" y="0"/>
                </a:cubicBezTo>
                <a:close/>
              </a:path>
            </a:pathLst>
          </a:custGeom>
          <a:solidFill>
            <a:srgbClr val="265BF7"/>
          </a:solidFill>
        </p:spPr>
        <p:txBody>
          <a:bodyPr/>
          <a:lstStyle/>
          <a:p>
            <a:endParaRPr lang="en-US"/>
          </a:p>
        </p:txBody>
      </p:sp>
      <p:pic>
        <p:nvPicPr>
          <p:cNvPr id="3" name="Picture 2">
            <a:extLst>
              <a:ext uri="{FF2B5EF4-FFF2-40B4-BE49-F238E27FC236}">
                <a16:creationId xmlns:a16="http://schemas.microsoft.com/office/drawing/2014/main" id="{82177E81-3AD5-67E4-6C08-5DDFA298BC14}"/>
              </a:ext>
            </a:extLst>
          </p:cNvPr>
          <p:cNvPicPr>
            <a:picLocks noChangeAspect="1"/>
          </p:cNvPicPr>
          <p:nvPr userDrawn="1"/>
        </p:nvPicPr>
        <p:blipFill>
          <a:blip r:embed="rId4"/>
          <a:srcRect/>
          <a:stretch/>
        </p:blipFill>
        <p:spPr>
          <a:xfrm>
            <a:off x="7348791" y="4601406"/>
            <a:ext cx="1650074" cy="511928"/>
          </a:xfrm>
          <a:prstGeom prst="rect">
            <a:avLst/>
          </a:prstGeom>
        </p:spPr>
      </p:pic>
    </p:spTree>
    <p:extLst>
      <p:ext uri="{BB962C8B-B14F-4D97-AF65-F5344CB8AC3E}">
        <p14:creationId xmlns:p14="http://schemas.microsoft.com/office/powerpoint/2010/main" val="30630372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Heading, Write-up, Picture 3">
    <p:spTree>
      <p:nvGrpSpPr>
        <p:cNvPr id="1" name=""/>
        <p:cNvGrpSpPr/>
        <p:nvPr/>
      </p:nvGrpSpPr>
      <p:grpSpPr>
        <a:xfrm>
          <a:off x="0" y="0"/>
          <a:ext cx="0" cy="0"/>
          <a:chOff x="0" y="0"/>
          <a:chExt cx="0" cy="0"/>
        </a:xfrm>
      </p:grpSpPr>
      <p:pic>
        <p:nvPicPr>
          <p:cNvPr id="21" name="Graphic 20">
            <a:extLst>
              <a:ext uri="{FF2B5EF4-FFF2-40B4-BE49-F238E27FC236}">
                <a16:creationId xmlns:a16="http://schemas.microsoft.com/office/drawing/2014/main" id="{2B47E77A-960C-A0C7-2622-A2DC89268A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7134" y="0"/>
            <a:ext cx="2848516" cy="5143500"/>
          </a:xfrm>
          <a:prstGeom prst="rect">
            <a:avLst/>
          </a:prstGeom>
        </p:spPr>
      </p:pic>
      <p:pic>
        <p:nvPicPr>
          <p:cNvPr id="28" name="Graphic 27">
            <a:extLst>
              <a:ext uri="{FF2B5EF4-FFF2-40B4-BE49-F238E27FC236}">
                <a16:creationId xmlns:a16="http://schemas.microsoft.com/office/drawing/2014/main" id="{5907CD3E-13E4-0574-6CDA-6D576E4D4B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340580" y="738"/>
            <a:ext cx="2848108" cy="5142761"/>
          </a:xfrm>
          <a:prstGeom prst="rect">
            <a:avLst/>
          </a:prstGeom>
        </p:spPr>
      </p:pic>
      <p:sp>
        <p:nvSpPr>
          <p:cNvPr id="4" name="AutoShape 5">
            <a:extLst>
              <a:ext uri="{FF2B5EF4-FFF2-40B4-BE49-F238E27FC236}">
                <a16:creationId xmlns:a16="http://schemas.microsoft.com/office/drawing/2014/main" id="{6829D162-43A5-5F42-850A-F73E7845B3D9}"/>
              </a:ext>
            </a:extLst>
          </p:cNvPr>
          <p:cNvSpPr/>
          <p:nvPr userDrawn="1"/>
        </p:nvSpPr>
        <p:spPr>
          <a:xfrm flipV="1">
            <a:off x="689772" y="892172"/>
            <a:ext cx="4031857" cy="0"/>
          </a:xfrm>
          <a:prstGeom prst="line">
            <a:avLst/>
          </a:prstGeom>
          <a:ln w="25400" cap="flat">
            <a:solidFill>
              <a:srgbClr val="032044"/>
            </a:solidFill>
            <a:prstDash val="solid"/>
            <a:headEnd type="none" w="sm" len="sm"/>
            <a:tailEnd type="none" w="sm" len="sm"/>
          </a:ln>
        </p:spPr>
        <p:txBody>
          <a:bodyPr/>
          <a:lstStyle/>
          <a:p>
            <a:endParaRPr lang="en-US" sz="1013">
              <a:solidFill>
                <a:schemeClr val="tx2"/>
              </a:solidFill>
            </a:endParaRPr>
          </a:p>
        </p:txBody>
      </p:sp>
      <p:sp>
        <p:nvSpPr>
          <p:cNvPr id="8" name="Title 4">
            <a:extLst>
              <a:ext uri="{FF2B5EF4-FFF2-40B4-BE49-F238E27FC236}">
                <a16:creationId xmlns:a16="http://schemas.microsoft.com/office/drawing/2014/main" id="{B354C7A8-FB2A-DB0A-C53F-15A067F25A20}"/>
              </a:ext>
            </a:extLst>
          </p:cNvPr>
          <p:cNvSpPr>
            <a:spLocks noGrp="1"/>
          </p:cNvSpPr>
          <p:nvPr>
            <p:ph type="title" hasCustomPrompt="1"/>
          </p:nvPr>
        </p:nvSpPr>
        <p:spPr>
          <a:xfrm>
            <a:off x="585216" y="429768"/>
            <a:ext cx="6867144" cy="426848"/>
          </a:xfrm>
          <a:prstGeom prst="rect">
            <a:avLst/>
          </a:prstGeom>
        </p:spPr>
        <p:txBody>
          <a:bodyPr anchor="b" anchorCtr="0">
            <a:spAutoFit/>
          </a:bodyPr>
          <a:lstStyle>
            <a:lvl1pPr>
              <a:defRPr sz="2400" b="1">
                <a:latin typeface="Aptos" panose="020B0004020202020204" pitchFamily="34" charset="0"/>
              </a:defRPr>
            </a:lvl1pPr>
          </a:lstStyle>
          <a:p>
            <a:r>
              <a:rPr lang="en-US" dirty="0"/>
              <a:t>This is a heading</a:t>
            </a:r>
          </a:p>
        </p:txBody>
      </p:sp>
      <p:sp>
        <p:nvSpPr>
          <p:cNvPr id="9" name="Text Placeholder 23">
            <a:extLst>
              <a:ext uri="{FF2B5EF4-FFF2-40B4-BE49-F238E27FC236}">
                <a16:creationId xmlns:a16="http://schemas.microsoft.com/office/drawing/2014/main" id="{CB2876B5-FA9F-4E59-9FB1-DB64CF102318}"/>
              </a:ext>
            </a:extLst>
          </p:cNvPr>
          <p:cNvSpPr>
            <a:spLocks noGrp="1"/>
          </p:cNvSpPr>
          <p:nvPr>
            <p:ph type="body" sz="quarter" idx="12" hasCustomPrompt="1"/>
          </p:nvPr>
        </p:nvSpPr>
        <p:spPr>
          <a:xfrm>
            <a:off x="612648" y="1005840"/>
            <a:ext cx="3291840" cy="2441448"/>
          </a:xfrm>
          <a:prstGeom prst="rect">
            <a:avLst/>
          </a:prstGeom>
        </p:spPr>
        <p:txBody>
          <a:bodyPr>
            <a:spAutoFit/>
          </a:bodyPr>
          <a:lstStyle>
            <a:lvl1pPr marL="0" indent="0">
              <a:lnSpc>
                <a:spcPct val="114000"/>
              </a:lnSpc>
              <a:spcBef>
                <a:spcPts val="0"/>
              </a:spcBef>
              <a:spcAft>
                <a:spcPts val="1000"/>
              </a:spcAft>
              <a:buNone/>
              <a:defRPr sz="1600">
                <a:solidFill>
                  <a:srgbClr val="032044"/>
                </a:solidFill>
              </a:defRPr>
            </a:lvl1pPr>
            <a:lvl2pPr marL="402336">
              <a:lnSpc>
                <a:spcPct val="114000"/>
              </a:lnSpc>
              <a:spcBef>
                <a:spcPts val="0"/>
              </a:spcBef>
              <a:spcAft>
                <a:spcPts val="1000"/>
              </a:spcAft>
              <a:defRPr sz="1600">
                <a:solidFill>
                  <a:srgbClr val="032044"/>
                </a:solidFill>
              </a:defRPr>
            </a:lvl2pPr>
          </a:lstStyle>
          <a:p>
            <a:pPr lvl="0"/>
            <a:r>
              <a:rPr lang="en-US" dirty="0"/>
              <a:t>A write-up follows the heading. Keep the most important information on the slide. Toss the rest in the speaker notes.</a:t>
            </a:r>
          </a:p>
          <a:p>
            <a:pPr lvl="1"/>
            <a:r>
              <a:rPr lang="en-US" dirty="0"/>
              <a:t>Bullet</a:t>
            </a:r>
          </a:p>
          <a:p>
            <a:pPr lvl="1"/>
            <a:r>
              <a:rPr lang="en-US" dirty="0"/>
              <a:t>Bullet</a:t>
            </a:r>
          </a:p>
          <a:p>
            <a:pPr lvl="1"/>
            <a:r>
              <a:rPr lang="en-US" dirty="0"/>
              <a:t>Bullet</a:t>
            </a:r>
          </a:p>
        </p:txBody>
      </p:sp>
      <p:sp>
        <p:nvSpPr>
          <p:cNvPr id="7" name="Picture Placeholder 6">
            <a:extLst>
              <a:ext uri="{FF2B5EF4-FFF2-40B4-BE49-F238E27FC236}">
                <a16:creationId xmlns:a16="http://schemas.microsoft.com/office/drawing/2014/main" id="{388F3C86-551C-F751-49A4-53EBD51B11FD}"/>
              </a:ext>
            </a:extLst>
          </p:cNvPr>
          <p:cNvSpPr>
            <a:spLocks noGrp="1"/>
          </p:cNvSpPr>
          <p:nvPr>
            <p:ph type="pic" sz="quarter" idx="4294967295"/>
          </p:nvPr>
        </p:nvSpPr>
        <p:spPr>
          <a:xfrm>
            <a:off x="5599602" y="700"/>
            <a:ext cx="3654208" cy="5143500"/>
          </a:xfrm>
          <a:custGeom>
            <a:avLst/>
            <a:gdLst>
              <a:gd name="connsiteX0" fmla="*/ 2087875 w 4871149"/>
              <a:gd name="connsiteY0" fmla="*/ 0 h 6856413"/>
              <a:gd name="connsiteX1" fmla="*/ 4871149 w 4871149"/>
              <a:gd name="connsiteY1" fmla="*/ 0 h 6856413"/>
              <a:gd name="connsiteX2" fmla="*/ 4871149 w 4871149"/>
              <a:gd name="connsiteY2" fmla="*/ 6856413 h 6856413"/>
              <a:gd name="connsiteX3" fmla="*/ 2087875 w 4871149"/>
              <a:gd name="connsiteY3" fmla="*/ 6856413 h 6856413"/>
              <a:gd name="connsiteX4" fmla="*/ 2088030 w 4871149"/>
              <a:gd name="connsiteY4" fmla="*/ 6577742 h 6856413"/>
              <a:gd name="connsiteX5" fmla="*/ 0 w 4871149"/>
              <a:gd name="connsiteY5" fmla="*/ 3502803 h 6856413"/>
              <a:gd name="connsiteX6" fmla="*/ 0 w 4871149"/>
              <a:gd name="connsiteY6" fmla="*/ 3353954 h 6856413"/>
              <a:gd name="connsiteX7" fmla="*/ 2087875 w 4871149"/>
              <a:gd name="connsiteY7" fmla="*/ 0 h 685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71149" h="6856413">
                <a:moveTo>
                  <a:pt x="2087875" y="0"/>
                </a:moveTo>
                <a:lnTo>
                  <a:pt x="4871149" y="0"/>
                </a:lnTo>
                <a:lnTo>
                  <a:pt x="4871149" y="6856413"/>
                </a:lnTo>
                <a:lnTo>
                  <a:pt x="2087875" y="6856413"/>
                </a:lnTo>
                <a:lnTo>
                  <a:pt x="2088030" y="6577742"/>
                </a:lnTo>
                <a:cubicBezTo>
                  <a:pt x="2056199" y="5185687"/>
                  <a:pt x="1524333" y="3880813"/>
                  <a:pt x="0" y="3502803"/>
                </a:cubicBezTo>
                <a:lnTo>
                  <a:pt x="0" y="3353954"/>
                </a:lnTo>
                <a:cubicBezTo>
                  <a:pt x="1625955" y="2950868"/>
                  <a:pt x="2122704" y="1493278"/>
                  <a:pt x="2087875" y="0"/>
                </a:cubicBezTo>
                <a:close/>
              </a:path>
            </a:pathLst>
          </a:custGeom>
          <a:solidFill>
            <a:srgbClr val="265BF7"/>
          </a:solidFill>
        </p:spPr>
        <p:txBody>
          <a:bodyPr/>
          <a:lstStyle/>
          <a:p>
            <a:endParaRPr lang="en-US"/>
          </a:p>
        </p:txBody>
      </p:sp>
      <p:pic>
        <p:nvPicPr>
          <p:cNvPr id="3" name="Picture 2">
            <a:extLst>
              <a:ext uri="{FF2B5EF4-FFF2-40B4-BE49-F238E27FC236}">
                <a16:creationId xmlns:a16="http://schemas.microsoft.com/office/drawing/2014/main" id="{C52DAB21-3220-B4A6-0CBC-A7C61806F93A}"/>
              </a:ext>
            </a:extLst>
          </p:cNvPr>
          <p:cNvPicPr>
            <a:picLocks noChangeAspect="1"/>
          </p:cNvPicPr>
          <p:nvPr userDrawn="1"/>
        </p:nvPicPr>
        <p:blipFill>
          <a:blip r:embed="rId4"/>
          <a:srcRect/>
          <a:stretch/>
        </p:blipFill>
        <p:spPr>
          <a:xfrm>
            <a:off x="7348791" y="4601406"/>
            <a:ext cx="1650074" cy="511928"/>
          </a:xfrm>
          <a:prstGeom prst="rect">
            <a:avLst/>
          </a:prstGeom>
        </p:spPr>
      </p:pic>
    </p:spTree>
    <p:extLst>
      <p:ext uri="{BB962C8B-B14F-4D97-AF65-F5344CB8AC3E}">
        <p14:creationId xmlns:p14="http://schemas.microsoft.com/office/powerpoint/2010/main" val="375204843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wo Pictures, Heading, Subheading">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B5C8CDAA-F503-39F3-C240-26379A3984D4}"/>
              </a:ext>
            </a:extLst>
          </p:cNvPr>
          <p:cNvSpPr>
            <a:spLocks noGrp="1"/>
          </p:cNvSpPr>
          <p:nvPr>
            <p:ph type="pic" sz="quarter" idx="14"/>
          </p:nvPr>
        </p:nvSpPr>
        <p:spPr>
          <a:xfrm>
            <a:off x="1" y="0"/>
            <a:ext cx="3721010" cy="3056572"/>
          </a:xfrm>
          <a:custGeom>
            <a:avLst/>
            <a:gdLst>
              <a:gd name="connsiteX0" fmla="*/ 0 w 4961347"/>
              <a:gd name="connsiteY0" fmla="*/ 0 h 3698653"/>
              <a:gd name="connsiteX1" fmla="*/ 4961347 w 4961347"/>
              <a:gd name="connsiteY1" fmla="*/ 0 h 3698653"/>
              <a:gd name="connsiteX2" fmla="*/ 4961347 w 4961347"/>
              <a:gd name="connsiteY2" fmla="*/ 3698527 h 3698653"/>
              <a:gd name="connsiteX3" fmla="*/ 3602351 w 4961347"/>
              <a:gd name="connsiteY3" fmla="*/ 3293833 h 3698653"/>
              <a:gd name="connsiteX4" fmla="*/ 2598638 w 4961347"/>
              <a:gd name="connsiteY4" fmla="*/ 1904346 h 3698653"/>
              <a:gd name="connsiteX5" fmla="*/ 2598386 w 4961347"/>
              <a:gd name="connsiteY5" fmla="*/ 1903589 h 3698653"/>
              <a:gd name="connsiteX6" fmla="*/ 2598133 w 4961347"/>
              <a:gd name="connsiteY6" fmla="*/ 1902831 h 3698653"/>
              <a:gd name="connsiteX7" fmla="*/ 2585377 w 4961347"/>
              <a:gd name="connsiteY7" fmla="*/ 1856519 h 3698653"/>
              <a:gd name="connsiteX8" fmla="*/ 2537130 w 4961347"/>
              <a:gd name="connsiteY8" fmla="*/ 1855889 h 3698653"/>
              <a:gd name="connsiteX9" fmla="*/ 2376602 w 4961347"/>
              <a:gd name="connsiteY9" fmla="*/ 1855889 h 3698653"/>
              <a:gd name="connsiteX10" fmla="*/ 2363845 w 4961347"/>
              <a:gd name="connsiteY10" fmla="*/ 1902201 h 3698653"/>
              <a:gd name="connsiteX11" fmla="*/ 2363593 w 4961347"/>
              <a:gd name="connsiteY11" fmla="*/ 1902958 h 3698653"/>
              <a:gd name="connsiteX12" fmla="*/ 2363214 w 4961347"/>
              <a:gd name="connsiteY12" fmla="*/ 1904346 h 3698653"/>
              <a:gd name="connsiteX13" fmla="*/ 1359501 w 4961347"/>
              <a:gd name="connsiteY13" fmla="*/ 3293833 h 3698653"/>
              <a:gd name="connsiteX14" fmla="*/ 0 w 4961347"/>
              <a:gd name="connsiteY14" fmla="*/ 3698653 h 3698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61347" h="3698653">
                <a:moveTo>
                  <a:pt x="0" y="0"/>
                </a:moveTo>
                <a:lnTo>
                  <a:pt x="4961347" y="0"/>
                </a:lnTo>
                <a:lnTo>
                  <a:pt x="4961347" y="3698527"/>
                </a:lnTo>
                <a:cubicBezTo>
                  <a:pt x="4429494" y="3651079"/>
                  <a:pt x="3973422" y="3515424"/>
                  <a:pt x="3602351" y="3293833"/>
                </a:cubicBezTo>
                <a:cubicBezTo>
                  <a:pt x="3089317" y="2987442"/>
                  <a:pt x="2751589" y="2520031"/>
                  <a:pt x="2598638" y="1904346"/>
                </a:cubicBezTo>
                <a:lnTo>
                  <a:pt x="2598386" y="1903589"/>
                </a:lnTo>
                <a:lnTo>
                  <a:pt x="2598133" y="1902831"/>
                </a:lnTo>
                <a:lnTo>
                  <a:pt x="2585377" y="1856519"/>
                </a:lnTo>
                <a:lnTo>
                  <a:pt x="2537130" y="1855889"/>
                </a:lnTo>
                <a:lnTo>
                  <a:pt x="2376602" y="1855889"/>
                </a:lnTo>
                <a:lnTo>
                  <a:pt x="2363845" y="1902201"/>
                </a:lnTo>
                <a:lnTo>
                  <a:pt x="2363593" y="1902958"/>
                </a:lnTo>
                <a:lnTo>
                  <a:pt x="2363214" y="1904346"/>
                </a:lnTo>
                <a:cubicBezTo>
                  <a:pt x="2210137" y="2520031"/>
                  <a:pt x="1872535" y="2987442"/>
                  <a:pt x="1359501" y="3293833"/>
                </a:cubicBezTo>
                <a:cubicBezTo>
                  <a:pt x="988304" y="3515550"/>
                  <a:pt x="531979" y="3651205"/>
                  <a:pt x="0" y="3698653"/>
                </a:cubicBezTo>
                <a:close/>
              </a:path>
            </a:pathLst>
          </a:custGeom>
          <a:solidFill>
            <a:srgbClr val="265BF7"/>
          </a:solidFill>
        </p:spPr>
        <p:txBody>
          <a:bodyPr wrap="square">
            <a:noAutofit/>
          </a:bodyPr>
          <a:lstStyle/>
          <a:p>
            <a:endParaRPr lang="en-US"/>
          </a:p>
        </p:txBody>
      </p:sp>
      <p:sp>
        <p:nvSpPr>
          <p:cNvPr id="21" name="Picture Placeholder 20">
            <a:extLst>
              <a:ext uri="{FF2B5EF4-FFF2-40B4-BE49-F238E27FC236}">
                <a16:creationId xmlns:a16="http://schemas.microsoft.com/office/drawing/2014/main" id="{7A28A1BE-BCCF-1209-F25F-D35F885BDAC2}"/>
              </a:ext>
            </a:extLst>
          </p:cNvPr>
          <p:cNvSpPr>
            <a:spLocks noGrp="1"/>
          </p:cNvSpPr>
          <p:nvPr>
            <p:ph type="pic" sz="quarter" idx="20"/>
          </p:nvPr>
        </p:nvSpPr>
        <p:spPr>
          <a:xfrm>
            <a:off x="0" y="1751410"/>
            <a:ext cx="3720821" cy="3391031"/>
          </a:xfrm>
          <a:custGeom>
            <a:avLst/>
            <a:gdLst>
              <a:gd name="connsiteX0" fmla="*/ 2424596 w 4961094"/>
              <a:gd name="connsiteY0" fmla="*/ 0 h 4521375"/>
              <a:gd name="connsiteX1" fmla="*/ 2537130 w 4961094"/>
              <a:gd name="connsiteY1" fmla="*/ 0 h 4521375"/>
              <a:gd name="connsiteX2" fmla="*/ 2537130 w 4961094"/>
              <a:gd name="connsiteY2" fmla="*/ 632 h 4521375"/>
              <a:gd name="connsiteX3" fmla="*/ 4961094 w 4961094"/>
              <a:gd name="connsiteY3" fmla="*/ 1845632 h 4521375"/>
              <a:gd name="connsiteX4" fmla="*/ 4961094 w 4961094"/>
              <a:gd name="connsiteY4" fmla="*/ 4521375 h 4521375"/>
              <a:gd name="connsiteX5" fmla="*/ 0 w 4961094"/>
              <a:gd name="connsiteY5" fmla="*/ 4521375 h 4521375"/>
              <a:gd name="connsiteX6" fmla="*/ 0 w 4961094"/>
              <a:gd name="connsiteY6" fmla="*/ 1845632 h 4521375"/>
              <a:gd name="connsiteX7" fmla="*/ 2424596 w 4961094"/>
              <a:gd name="connsiteY7" fmla="*/ 632 h 4521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61094" h="4521375">
                <a:moveTo>
                  <a:pt x="2424596" y="0"/>
                </a:moveTo>
                <a:lnTo>
                  <a:pt x="2537130" y="0"/>
                </a:lnTo>
                <a:lnTo>
                  <a:pt x="2537130" y="632"/>
                </a:lnTo>
                <a:cubicBezTo>
                  <a:pt x="2845430" y="1242892"/>
                  <a:pt x="3843711" y="1746292"/>
                  <a:pt x="4961094" y="1845632"/>
                </a:cubicBezTo>
                <a:lnTo>
                  <a:pt x="4961094" y="4521375"/>
                </a:lnTo>
                <a:lnTo>
                  <a:pt x="0" y="4521375"/>
                </a:lnTo>
                <a:lnTo>
                  <a:pt x="0" y="1845632"/>
                </a:lnTo>
                <a:cubicBezTo>
                  <a:pt x="1117509" y="1746418"/>
                  <a:pt x="2116043" y="1243018"/>
                  <a:pt x="2424596" y="632"/>
                </a:cubicBezTo>
                <a:close/>
              </a:path>
            </a:pathLst>
          </a:custGeom>
          <a:solidFill>
            <a:srgbClr val="265BF7"/>
          </a:solidFill>
        </p:spPr>
        <p:txBody>
          <a:bodyPr wrap="square">
            <a:noAutofit/>
          </a:bodyPr>
          <a:lstStyle/>
          <a:p>
            <a:endParaRPr lang="en-US"/>
          </a:p>
        </p:txBody>
      </p:sp>
      <p:sp>
        <p:nvSpPr>
          <p:cNvPr id="4" name="AutoShape 5">
            <a:extLst>
              <a:ext uri="{FF2B5EF4-FFF2-40B4-BE49-F238E27FC236}">
                <a16:creationId xmlns:a16="http://schemas.microsoft.com/office/drawing/2014/main" id="{EE46EE41-23FB-69C9-E825-4EA7069AE2FE}"/>
              </a:ext>
            </a:extLst>
          </p:cNvPr>
          <p:cNvSpPr/>
          <p:nvPr userDrawn="1"/>
        </p:nvSpPr>
        <p:spPr>
          <a:xfrm flipV="1">
            <a:off x="4420748" y="1416047"/>
            <a:ext cx="3617933" cy="0"/>
          </a:xfrm>
          <a:prstGeom prst="line">
            <a:avLst/>
          </a:prstGeom>
          <a:ln w="25400" cap="flat">
            <a:solidFill>
              <a:srgbClr val="032044"/>
            </a:solidFill>
            <a:prstDash val="solid"/>
            <a:headEnd type="none" w="sm" len="sm"/>
            <a:tailEnd type="none" w="sm" len="sm"/>
          </a:ln>
        </p:spPr>
        <p:txBody>
          <a:bodyPr/>
          <a:lstStyle/>
          <a:p>
            <a:endParaRPr lang="en-US" sz="1013">
              <a:solidFill>
                <a:schemeClr val="tx2"/>
              </a:solidFill>
            </a:endParaRPr>
          </a:p>
        </p:txBody>
      </p:sp>
      <p:sp>
        <p:nvSpPr>
          <p:cNvPr id="5" name="Title 4">
            <a:extLst>
              <a:ext uri="{FF2B5EF4-FFF2-40B4-BE49-F238E27FC236}">
                <a16:creationId xmlns:a16="http://schemas.microsoft.com/office/drawing/2014/main" id="{0C13E1FA-EE17-09A5-8DB7-5CE4DD85FB60}"/>
              </a:ext>
            </a:extLst>
          </p:cNvPr>
          <p:cNvSpPr>
            <a:spLocks noGrp="1"/>
          </p:cNvSpPr>
          <p:nvPr>
            <p:ph type="title" hasCustomPrompt="1"/>
          </p:nvPr>
        </p:nvSpPr>
        <p:spPr>
          <a:xfrm>
            <a:off x="4315968" y="951099"/>
            <a:ext cx="6867144" cy="426848"/>
          </a:xfrm>
          <a:prstGeom prst="rect">
            <a:avLst/>
          </a:prstGeom>
        </p:spPr>
        <p:txBody>
          <a:bodyPr anchor="b" anchorCtr="0">
            <a:spAutoFit/>
          </a:bodyPr>
          <a:lstStyle>
            <a:lvl1pPr>
              <a:defRPr sz="2400" b="1">
                <a:latin typeface="Aptos" panose="020B0004020202020204" pitchFamily="34" charset="0"/>
              </a:defRPr>
            </a:lvl1pPr>
          </a:lstStyle>
          <a:p>
            <a:r>
              <a:rPr lang="en-US" dirty="0"/>
              <a:t>This is a heading</a:t>
            </a:r>
          </a:p>
        </p:txBody>
      </p:sp>
      <p:sp>
        <p:nvSpPr>
          <p:cNvPr id="6" name="Text Placeholder 27">
            <a:extLst>
              <a:ext uri="{FF2B5EF4-FFF2-40B4-BE49-F238E27FC236}">
                <a16:creationId xmlns:a16="http://schemas.microsoft.com/office/drawing/2014/main" id="{B6799491-9485-DD41-500A-1E943C8B1483}"/>
              </a:ext>
            </a:extLst>
          </p:cNvPr>
          <p:cNvSpPr>
            <a:spLocks noGrp="1"/>
          </p:cNvSpPr>
          <p:nvPr>
            <p:ph type="body" sz="quarter" idx="10" hasCustomPrompt="1"/>
          </p:nvPr>
        </p:nvSpPr>
        <p:spPr>
          <a:xfrm>
            <a:off x="4317983" y="1618611"/>
            <a:ext cx="5312664" cy="365760"/>
          </a:xfrm>
          <a:prstGeom prst="rect">
            <a:avLst/>
          </a:prstGeom>
        </p:spPr>
        <p:txBody>
          <a:bodyPr anchor="t" anchorCtr="0">
            <a:spAutoFit/>
          </a:bodyPr>
          <a:lstStyle>
            <a:lvl1pPr marL="0" indent="0">
              <a:lnSpc>
                <a:spcPct val="100000"/>
              </a:lnSpc>
              <a:spcBef>
                <a:spcPts val="0"/>
              </a:spcBef>
              <a:buNone/>
              <a:defRPr sz="1800" b="1" cap="all" baseline="0">
                <a:solidFill>
                  <a:srgbClr val="D3430D"/>
                </a:solidFill>
              </a:defRPr>
            </a:lvl1pPr>
          </a:lstStyle>
          <a:p>
            <a:pPr lvl="0"/>
            <a:r>
              <a:rPr lang="en-US" dirty="0"/>
              <a:t>Subheading here</a:t>
            </a:r>
          </a:p>
        </p:txBody>
      </p:sp>
      <p:sp>
        <p:nvSpPr>
          <p:cNvPr id="7" name="Text Placeholder 23">
            <a:extLst>
              <a:ext uri="{FF2B5EF4-FFF2-40B4-BE49-F238E27FC236}">
                <a16:creationId xmlns:a16="http://schemas.microsoft.com/office/drawing/2014/main" id="{FD534990-D04E-1C18-AB90-A16E167D67BC}"/>
              </a:ext>
            </a:extLst>
          </p:cNvPr>
          <p:cNvSpPr>
            <a:spLocks noGrp="1"/>
          </p:cNvSpPr>
          <p:nvPr>
            <p:ph type="body" sz="quarter" idx="12" hasCustomPrompt="1"/>
          </p:nvPr>
        </p:nvSpPr>
        <p:spPr>
          <a:xfrm>
            <a:off x="4315968" y="2066667"/>
            <a:ext cx="3483864" cy="2441448"/>
          </a:xfrm>
          <a:prstGeom prst="rect">
            <a:avLst/>
          </a:prstGeom>
        </p:spPr>
        <p:txBody>
          <a:bodyPr>
            <a:spAutoFit/>
          </a:bodyPr>
          <a:lstStyle>
            <a:lvl1pPr marL="0" indent="0">
              <a:lnSpc>
                <a:spcPct val="114000"/>
              </a:lnSpc>
              <a:spcBef>
                <a:spcPts val="0"/>
              </a:spcBef>
              <a:spcAft>
                <a:spcPts val="1000"/>
              </a:spcAft>
              <a:buNone/>
              <a:defRPr sz="1600">
                <a:solidFill>
                  <a:srgbClr val="032044"/>
                </a:solidFill>
              </a:defRPr>
            </a:lvl1pPr>
            <a:lvl2pPr marL="292608">
              <a:lnSpc>
                <a:spcPct val="114000"/>
              </a:lnSpc>
              <a:spcBef>
                <a:spcPts val="0"/>
              </a:spcBef>
              <a:spcAft>
                <a:spcPts val="1000"/>
              </a:spcAft>
              <a:defRPr sz="1600">
                <a:solidFill>
                  <a:srgbClr val="032044"/>
                </a:solidFill>
              </a:defRPr>
            </a:lvl2pPr>
          </a:lstStyle>
          <a:p>
            <a:pPr lvl="0"/>
            <a:r>
              <a:rPr lang="en-US" dirty="0"/>
              <a:t>A write-up follows the heading. Keep the most important information on the slide. Toss the rest in the speaker notes.</a:t>
            </a:r>
          </a:p>
          <a:p>
            <a:pPr lvl="1"/>
            <a:r>
              <a:rPr lang="en-US" dirty="0"/>
              <a:t>Bullet</a:t>
            </a:r>
          </a:p>
          <a:p>
            <a:pPr lvl="1"/>
            <a:r>
              <a:rPr lang="en-US" dirty="0"/>
              <a:t>Bullet</a:t>
            </a:r>
          </a:p>
          <a:p>
            <a:pPr lvl="1"/>
            <a:r>
              <a:rPr lang="en-US" dirty="0"/>
              <a:t>Bullet</a:t>
            </a:r>
          </a:p>
        </p:txBody>
      </p:sp>
      <p:pic>
        <p:nvPicPr>
          <p:cNvPr id="8" name="Picture 7">
            <a:extLst>
              <a:ext uri="{FF2B5EF4-FFF2-40B4-BE49-F238E27FC236}">
                <a16:creationId xmlns:a16="http://schemas.microsoft.com/office/drawing/2014/main" id="{5C9E52EA-8016-038D-8165-6EE35B382A2E}"/>
              </a:ext>
            </a:extLst>
          </p:cNvPr>
          <p:cNvPicPr>
            <a:picLocks noChangeAspect="1"/>
          </p:cNvPicPr>
          <p:nvPr userDrawn="1"/>
        </p:nvPicPr>
        <p:blipFill>
          <a:blip r:embed="rId2"/>
          <a:srcRect/>
          <a:stretch/>
        </p:blipFill>
        <p:spPr>
          <a:xfrm>
            <a:off x="7348791" y="4602597"/>
            <a:ext cx="1650074" cy="509546"/>
          </a:xfrm>
          <a:prstGeom prst="rect">
            <a:avLst/>
          </a:prstGeom>
        </p:spPr>
      </p:pic>
    </p:spTree>
    <p:extLst>
      <p:ext uri="{BB962C8B-B14F-4D97-AF65-F5344CB8AC3E}">
        <p14:creationId xmlns:p14="http://schemas.microsoft.com/office/powerpoint/2010/main" val="96941811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Heading, Write-up, Diamond Picture 2">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D108F9FD-720B-B390-AE83-AAB64BCC8F46}"/>
              </a:ext>
            </a:extLst>
          </p:cNvPr>
          <p:cNvSpPr>
            <a:spLocks noGrp="1"/>
          </p:cNvSpPr>
          <p:nvPr>
            <p:ph type="title" hasCustomPrompt="1"/>
          </p:nvPr>
        </p:nvSpPr>
        <p:spPr>
          <a:xfrm>
            <a:off x="585216" y="429768"/>
            <a:ext cx="3319272" cy="426848"/>
          </a:xfrm>
          <a:prstGeom prst="rect">
            <a:avLst/>
          </a:prstGeom>
        </p:spPr>
        <p:txBody>
          <a:bodyPr anchor="b" anchorCtr="0">
            <a:spAutoFit/>
          </a:bodyPr>
          <a:lstStyle>
            <a:lvl1pPr>
              <a:defRPr sz="2400" b="1">
                <a:latin typeface="Aptos" panose="020B0004020202020204" pitchFamily="34" charset="0"/>
              </a:defRPr>
            </a:lvl1pPr>
          </a:lstStyle>
          <a:p>
            <a:r>
              <a:rPr lang="en-US" dirty="0"/>
              <a:t>This is a heading</a:t>
            </a:r>
          </a:p>
        </p:txBody>
      </p:sp>
      <p:sp>
        <p:nvSpPr>
          <p:cNvPr id="7" name="Text Placeholder 23">
            <a:extLst>
              <a:ext uri="{FF2B5EF4-FFF2-40B4-BE49-F238E27FC236}">
                <a16:creationId xmlns:a16="http://schemas.microsoft.com/office/drawing/2014/main" id="{36E9231D-B1BF-EF27-9247-43DF05F838A3}"/>
              </a:ext>
            </a:extLst>
          </p:cNvPr>
          <p:cNvSpPr>
            <a:spLocks noGrp="1"/>
          </p:cNvSpPr>
          <p:nvPr>
            <p:ph type="body" sz="quarter" idx="12" hasCustomPrompt="1"/>
          </p:nvPr>
        </p:nvSpPr>
        <p:spPr>
          <a:xfrm>
            <a:off x="612648" y="1005840"/>
            <a:ext cx="3291840" cy="2441448"/>
          </a:xfrm>
          <a:prstGeom prst="rect">
            <a:avLst/>
          </a:prstGeom>
        </p:spPr>
        <p:txBody>
          <a:bodyPr>
            <a:spAutoFit/>
          </a:bodyPr>
          <a:lstStyle>
            <a:lvl1pPr marL="0" indent="0">
              <a:lnSpc>
                <a:spcPct val="114000"/>
              </a:lnSpc>
              <a:spcBef>
                <a:spcPts val="0"/>
              </a:spcBef>
              <a:spcAft>
                <a:spcPts val="1000"/>
              </a:spcAft>
              <a:buNone/>
              <a:defRPr sz="1600">
                <a:solidFill>
                  <a:srgbClr val="032044"/>
                </a:solidFill>
              </a:defRPr>
            </a:lvl1pPr>
            <a:lvl2pPr marL="292608">
              <a:lnSpc>
                <a:spcPct val="114000"/>
              </a:lnSpc>
              <a:spcBef>
                <a:spcPts val="0"/>
              </a:spcBef>
              <a:spcAft>
                <a:spcPts val="1000"/>
              </a:spcAft>
              <a:defRPr sz="1600">
                <a:solidFill>
                  <a:srgbClr val="032044"/>
                </a:solidFill>
              </a:defRPr>
            </a:lvl2pPr>
          </a:lstStyle>
          <a:p>
            <a:pPr lvl="0"/>
            <a:r>
              <a:rPr lang="en-US" dirty="0"/>
              <a:t>A write-up follows the heading. Keep the most important information on the slide. Toss the rest in the speaker notes.</a:t>
            </a:r>
          </a:p>
          <a:p>
            <a:pPr lvl="1"/>
            <a:r>
              <a:rPr lang="en-US" dirty="0"/>
              <a:t>Bullet</a:t>
            </a:r>
          </a:p>
          <a:p>
            <a:pPr lvl="1"/>
            <a:r>
              <a:rPr lang="en-US" dirty="0"/>
              <a:t>Bullet</a:t>
            </a:r>
          </a:p>
          <a:p>
            <a:pPr lvl="1"/>
            <a:r>
              <a:rPr lang="en-US" dirty="0"/>
              <a:t>Bullet</a:t>
            </a:r>
          </a:p>
        </p:txBody>
      </p:sp>
      <p:sp>
        <p:nvSpPr>
          <p:cNvPr id="5" name="Rectangle 4">
            <a:extLst>
              <a:ext uri="{FF2B5EF4-FFF2-40B4-BE49-F238E27FC236}">
                <a16:creationId xmlns:a16="http://schemas.microsoft.com/office/drawing/2014/main" id="{199E72AC-6B65-1642-69C9-11BAE5D6379E}"/>
              </a:ext>
            </a:extLst>
          </p:cNvPr>
          <p:cNvSpPr/>
          <p:nvPr userDrawn="1"/>
        </p:nvSpPr>
        <p:spPr>
          <a:xfrm>
            <a:off x="5052146" y="-700"/>
            <a:ext cx="4092106" cy="5144195"/>
          </a:xfrm>
          <a:prstGeom prst="rect">
            <a:avLst/>
          </a:prstGeom>
          <a:solidFill>
            <a:srgbClr val="F8F4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Picture Placeholder 13">
            <a:extLst>
              <a:ext uri="{FF2B5EF4-FFF2-40B4-BE49-F238E27FC236}">
                <a16:creationId xmlns:a16="http://schemas.microsoft.com/office/drawing/2014/main" id="{53FA1A62-5D2A-F8C6-9D58-4E4060BBB0DB}"/>
              </a:ext>
            </a:extLst>
          </p:cNvPr>
          <p:cNvSpPr>
            <a:spLocks noGrp="1"/>
          </p:cNvSpPr>
          <p:nvPr>
            <p:ph type="pic" sz="quarter" idx="16"/>
          </p:nvPr>
        </p:nvSpPr>
        <p:spPr>
          <a:xfrm>
            <a:off x="5052185" y="1"/>
            <a:ext cx="4091816" cy="5143494"/>
          </a:xfrm>
          <a:custGeom>
            <a:avLst/>
            <a:gdLst>
              <a:gd name="connsiteX0" fmla="*/ 2153102 w 4714875"/>
              <a:gd name="connsiteY0" fmla="*/ 0 h 6362700"/>
              <a:gd name="connsiteX1" fmla="*/ 2558307 w 4714875"/>
              <a:gd name="connsiteY1" fmla="*/ 0 h 6362700"/>
              <a:gd name="connsiteX2" fmla="*/ 2617982 w 4714875"/>
              <a:gd name="connsiteY2" fmla="*/ 244668 h 6362700"/>
              <a:gd name="connsiteX3" fmla="*/ 4509969 w 4714875"/>
              <a:gd name="connsiteY3" fmla="*/ 2686140 h 6362700"/>
              <a:gd name="connsiteX4" fmla="*/ 4714875 w 4714875"/>
              <a:gd name="connsiteY4" fmla="*/ 2776333 h 6362700"/>
              <a:gd name="connsiteX5" fmla="*/ 4714875 w 4714875"/>
              <a:gd name="connsiteY5" fmla="*/ 3488545 h 6362700"/>
              <a:gd name="connsiteX6" fmla="*/ 4504926 w 4714875"/>
              <a:gd name="connsiteY6" fmla="*/ 3581187 h 6362700"/>
              <a:gd name="connsiteX7" fmla="*/ 2594606 w 4714875"/>
              <a:gd name="connsiteY7" fmla="*/ 6110565 h 6362700"/>
              <a:gd name="connsiteX8" fmla="*/ 2537836 w 4714875"/>
              <a:gd name="connsiteY8" fmla="*/ 6362700 h 6362700"/>
              <a:gd name="connsiteX9" fmla="*/ 2173654 w 4714875"/>
              <a:gd name="connsiteY9" fmla="*/ 6362700 h 6362700"/>
              <a:gd name="connsiteX10" fmla="*/ 2116885 w 4714875"/>
              <a:gd name="connsiteY10" fmla="*/ 6110565 h 6362700"/>
              <a:gd name="connsiteX11" fmla="*/ 206647 w 4714875"/>
              <a:gd name="connsiteY11" fmla="*/ 3581254 h 6362700"/>
              <a:gd name="connsiteX12" fmla="*/ 0 w 4714875"/>
              <a:gd name="connsiteY12" fmla="*/ 3490084 h 6362700"/>
              <a:gd name="connsiteX13" fmla="*/ 0 w 4714875"/>
              <a:gd name="connsiteY13" fmla="*/ 2774879 h 6362700"/>
              <a:gd name="connsiteX14" fmla="*/ 201589 w 4714875"/>
              <a:gd name="connsiteY14" fmla="*/ 2686126 h 6362700"/>
              <a:gd name="connsiteX15" fmla="*/ 2093427 w 4714875"/>
              <a:gd name="connsiteY15" fmla="*/ 244653 h 636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14875" h="6362700">
                <a:moveTo>
                  <a:pt x="2153102" y="0"/>
                </a:moveTo>
                <a:lnTo>
                  <a:pt x="2558307" y="0"/>
                </a:lnTo>
                <a:lnTo>
                  <a:pt x="2617982" y="244668"/>
                </a:lnTo>
                <a:cubicBezTo>
                  <a:pt x="2921285" y="1371682"/>
                  <a:pt x="3556789" y="2227956"/>
                  <a:pt x="4509969" y="2686140"/>
                </a:cubicBezTo>
                <a:lnTo>
                  <a:pt x="4714875" y="2776333"/>
                </a:lnTo>
                <a:lnTo>
                  <a:pt x="4714875" y="3488545"/>
                </a:lnTo>
                <a:lnTo>
                  <a:pt x="4504926" y="3581187"/>
                </a:lnTo>
                <a:cubicBezTo>
                  <a:pt x="3529346" y="4052243"/>
                  <a:pt x="2887363" y="4941055"/>
                  <a:pt x="2594606" y="6110565"/>
                </a:cubicBezTo>
                <a:lnTo>
                  <a:pt x="2537836" y="6362700"/>
                </a:lnTo>
                <a:lnTo>
                  <a:pt x="2173654" y="6362700"/>
                </a:lnTo>
                <a:lnTo>
                  <a:pt x="2116885" y="6110565"/>
                </a:lnTo>
                <a:cubicBezTo>
                  <a:pt x="1824137" y="4941055"/>
                  <a:pt x="1182218" y="4052247"/>
                  <a:pt x="206647" y="3581254"/>
                </a:cubicBezTo>
                <a:lnTo>
                  <a:pt x="0" y="3490084"/>
                </a:lnTo>
                <a:lnTo>
                  <a:pt x="0" y="2774879"/>
                </a:lnTo>
                <a:lnTo>
                  <a:pt x="201589" y="2686126"/>
                </a:lnTo>
                <a:cubicBezTo>
                  <a:pt x="1154698" y="2227878"/>
                  <a:pt x="1790133" y="1371605"/>
                  <a:pt x="2093427" y="244653"/>
                </a:cubicBezTo>
                <a:close/>
              </a:path>
            </a:pathLst>
          </a:custGeom>
          <a:solidFill>
            <a:schemeClr val="bg1"/>
          </a:solidFill>
          <a:ln>
            <a:noFill/>
          </a:ln>
        </p:spPr>
        <p:txBody>
          <a:bodyPr wrap="square">
            <a:noAutofit/>
          </a:bodyPr>
          <a:lstStyle/>
          <a:p>
            <a:endParaRPr lang="en-US"/>
          </a:p>
        </p:txBody>
      </p:sp>
      <p:sp>
        <p:nvSpPr>
          <p:cNvPr id="4" name="AutoShape 5">
            <a:extLst>
              <a:ext uri="{FF2B5EF4-FFF2-40B4-BE49-F238E27FC236}">
                <a16:creationId xmlns:a16="http://schemas.microsoft.com/office/drawing/2014/main" id="{D66AA323-75E9-93DA-F8E9-632E4B20A9E2}"/>
              </a:ext>
            </a:extLst>
          </p:cNvPr>
          <p:cNvSpPr/>
          <p:nvPr userDrawn="1"/>
        </p:nvSpPr>
        <p:spPr>
          <a:xfrm flipV="1">
            <a:off x="689773" y="892172"/>
            <a:ext cx="3215478" cy="0"/>
          </a:xfrm>
          <a:prstGeom prst="line">
            <a:avLst/>
          </a:prstGeom>
          <a:ln w="25400" cap="flat">
            <a:solidFill>
              <a:srgbClr val="032044"/>
            </a:solidFill>
            <a:prstDash val="solid"/>
            <a:headEnd type="none" w="sm" len="sm"/>
            <a:tailEnd type="none" w="sm" len="sm"/>
          </a:ln>
        </p:spPr>
        <p:txBody>
          <a:bodyPr/>
          <a:lstStyle/>
          <a:p>
            <a:endParaRPr lang="en-US" sz="1013">
              <a:solidFill>
                <a:schemeClr val="tx2"/>
              </a:solidFill>
            </a:endParaRPr>
          </a:p>
        </p:txBody>
      </p:sp>
      <p:pic>
        <p:nvPicPr>
          <p:cNvPr id="3" name="Picture 2">
            <a:extLst>
              <a:ext uri="{FF2B5EF4-FFF2-40B4-BE49-F238E27FC236}">
                <a16:creationId xmlns:a16="http://schemas.microsoft.com/office/drawing/2014/main" id="{BC2B4BE4-193C-C56C-B0F2-C01399126E93}"/>
              </a:ext>
            </a:extLst>
          </p:cNvPr>
          <p:cNvPicPr>
            <a:picLocks noChangeAspect="1"/>
          </p:cNvPicPr>
          <p:nvPr userDrawn="1"/>
        </p:nvPicPr>
        <p:blipFill>
          <a:blip r:embed="rId2"/>
          <a:srcRect/>
          <a:stretch/>
        </p:blipFill>
        <p:spPr>
          <a:xfrm>
            <a:off x="7536508" y="4738745"/>
            <a:ext cx="1318204" cy="190865"/>
          </a:xfrm>
          <a:prstGeom prst="rect">
            <a:avLst/>
          </a:prstGeom>
        </p:spPr>
      </p:pic>
    </p:spTree>
    <p:extLst>
      <p:ext uri="{BB962C8B-B14F-4D97-AF65-F5344CB8AC3E}">
        <p14:creationId xmlns:p14="http://schemas.microsoft.com/office/powerpoint/2010/main" val="45297071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Plain Heading &amp; Write-up">
    <p:spTree>
      <p:nvGrpSpPr>
        <p:cNvPr id="1" name=""/>
        <p:cNvGrpSpPr/>
        <p:nvPr/>
      </p:nvGrpSpPr>
      <p:grpSpPr>
        <a:xfrm>
          <a:off x="0" y="0"/>
          <a:ext cx="0" cy="0"/>
          <a:chOff x="0" y="0"/>
          <a:chExt cx="0" cy="0"/>
        </a:xfrm>
      </p:grpSpPr>
      <p:sp>
        <p:nvSpPr>
          <p:cNvPr id="4" name="AutoShape 5">
            <a:extLst>
              <a:ext uri="{FF2B5EF4-FFF2-40B4-BE49-F238E27FC236}">
                <a16:creationId xmlns:a16="http://schemas.microsoft.com/office/drawing/2014/main" id="{F1E087D6-A4D0-2A9D-A037-825DD7260693}"/>
              </a:ext>
            </a:extLst>
          </p:cNvPr>
          <p:cNvSpPr/>
          <p:nvPr userDrawn="1"/>
        </p:nvSpPr>
        <p:spPr>
          <a:xfrm flipV="1">
            <a:off x="5342545" y="892172"/>
            <a:ext cx="3215478" cy="0"/>
          </a:xfrm>
          <a:prstGeom prst="line">
            <a:avLst/>
          </a:prstGeom>
          <a:ln w="25400" cap="flat">
            <a:solidFill>
              <a:srgbClr val="032044"/>
            </a:solidFill>
            <a:prstDash val="solid"/>
            <a:headEnd type="none" w="sm" len="sm"/>
            <a:tailEnd type="none" w="sm" len="sm"/>
          </a:ln>
        </p:spPr>
        <p:txBody>
          <a:bodyPr/>
          <a:lstStyle/>
          <a:p>
            <a:endParaRPr lang="en-US" sz="1013">
              <a:solidFill>
                <a:schemeClr val="tx2"/>
              </a:solidFill>
            </a:endParaRPr>
          </a:p>
        </p:txBody>
      </p:sp>
      <p:sp>
        <p:nvSpPr>
          <p:cNvPr id="5" name="Title 4">
            <a:extLst>
              <a:ext uri="{FF2B5EF4-FFF2-40B4-BE49-F238E27FC236}">
                <a16:creationId xmlns:a16="http://schemas.microsoft.com/office/drawing/2014/main" id="{E8D469F8-026A-21CA-7FF1-DFE0D510588C}"/>
              </a:ext>
            </a:extLst>
          </p:cNvPr>
          <p:cNvSpPr>
            <a:spLocks noGrp="1"/>
          </p:cNvSpPr>
          <p:nvPr>
            <p:ph type="title" hasCustomPrompt="1"/>
          </p:nvPr>
        </p:nvSpPr>
        <p:spPr>
          <a:xfrm>
            <a:off x="5238751" y="465324"/>
            <a:ext cx="3319272" cy="426848"/>
          </a:xfrm>
          <a:prstGeom prst="rect">
            <a:avLst/>
          </a:prstGeom>
        </p:spPr>
        <p:txBody>
          <a:bodyPr anchor="b" anchorCtr="0">
            <a:spAutoFit/>
          </a:bodyPr>
          <a:lstStyle>
            <a:lvl1pPr>
              <a:defRPr sz="2400" b="1">
                <a:latin typeface="Aptos" panose="020B0004020202020204" pitchFamily="34" charset="0"/>
              </a:defRPr>
            </a:lvl1pPr>
          </a:lstStyle>
          <a:p>
            <a:r>
              <a:rPr lang="en-US" dirty="0"/>
              <a:t>This is a heading</a:t>
            </a:r>
          </a:p>
        </p:txBody>
      </p:sp>
      <p:sp>
        <p:nvSpPr>
          <p:cNvPr id="6" name="Text Placeholder 23">
            <a:extLst>
              <a:ext uri="{FF2B5EF4-FFF2-40B4-BE49-F238E27FC236}">
                <a16:creationId xmlns:a16="http://schemas.microsoft.com/office/drawing/2014/main" id="{F1977AE9-AE1F-1B7B-3912-4E0D27B375B4}"/>
              </a:ext>
            </a:extLst>
          </p:cNvPr>
          <p:cNvSpPr>
            <a:spLocks noGrp="1"/>
          </p:cNvSpPr>
          <p:nvPr>
            <p:ph type="body" sz="quarter" idx="12" hasCustomPrompt="1"/>
          </p:nvPr>
        </p:nvSpPr>
        <p:spPr>
          <a:xfrm>
            <a:off x="5238751" y="1046301"/>
            <a:ext cx="3291840" cy="2441448"/>
          </a:xfrm>
          <a:prstGeom prst="rect">
            <a:avLst/>
          </a:prstGeom>
        </p:spPr>
        <p:txBody>
          <a:bodyPr>
            <a:spAutoFit/>
          </a:bodyPr>
          <a:lstStyle>
            <a:lvl1pPr marL="0" indent="0">
              <a:lnSpc>
                <a:spcPct val="114000"/>
              </a:lnSpc>
              <a:spcBef>
                <a:spcPts val="0"/>
              </a:spcBef>
              <a:spcAft>
                <a:spcPts val="1000"/>
              </a:spcAft>
              <a:buNone/>
              <a:defRPr sz="1600">
                <a:solidFill>
                  <a:srgbClr val="032044"/>
                </a:solidFill>
              </a:defRPr>
            </a:lvl1pPr>
            <a:lvl2pPr marL="292608">
              <a:lnSpc>
                <a:spcPct val="114000"/>
              </a:lnSpc>
              <a:spcBef>
                <a:spcPts val="0"/>
              </a:spcBef>
              <a:spcAft>
                <a:spcPts val="1000"/>
              </a:spcAft>
              <a:defRPr sz="1600">
                <a:solidFill>
                  <a:srgbClr val="032044"/>
                </a:solidFill>
              </a:defRPr>
            </a:lvl2pPr>
          </a:lstStyle>
          <a:p>
            <a:pPr lvl="0"/>
            <a:r>
              <a:rPr lang="en-US" dirty="0"/>
              <a:t>A write-up follows the heading. Keep the most important information on the slide. Toss the rest in the speaker notes.</a:t>
            </a:r>
          </a:p>
          <a:p>
            <a:pPr lvl="1"/>
            <a:r>
              <a:rPr lang="en-US" dirty="0"/>
              <a:t>Bullet</a:t>
            </a:r>
          </a:p>
          <a:p>
            <a:pPr lvl="1"/>
            <a:r>
              <a:rPr lang="en-US" dirty="0"/>
              <a:t>Bullet</a:t>
            </a:r>
          </a:p>
          <a:p>
            <a:pPr lvl="1"/>
            <a:r>
              <a:rPr lang="en-US" dirty="0"/>
              <a:t>Bullet</a:t>
            </a:r>
          </a:p>
        </p:txBody>
      </p:sp>
      <p:pic>
        <p:nvPicPr>
          <p:cNvPr id="3" name="Picture 2">
            <a:extLst>
              <a:ext uri="{FF2B5EF4-FFF2-40B4-BE49-F238E27FC236}">
                <a16:creationId xmlns:a16="http://schemas.microsoft.com/office/drawing/2014/main" id="{809E393C-572F-96A3-7DCF-E880FB2FAA1F}"/>
              </a:ext>
            </a:extLst>
          </p:cNvPr>
          <p:cNvPicPr>
            <a:picLocks noChangeAspect="1"/>
          </p:cNvPicPr>
          <p:nvPr userDrawn="1"/>
        </p:nvPicPr>
        <p:blipFill>
          <a:blip r:embed="rId2"/>
          <a:srcRect/>
          <a:stretch/>
        </p:blipFill>
        <p:spPr>
          <a:xfrm>
            <a:off x="7348791" y="4602597"/>
            <a:ext cx="1650074" cy="509546"/>
          </a:xfrm>
          <a:prstGeom prst="rect">
            <a:avLst/>
          </a:prstGeom>
        </p:spPr>
      </p:pic>
      <p:sp>
        <p:nvSpPr>
          <p:cNvPr id="2" name="TextBox 1">
            <a:extLst>
              <a:ext uri="{FF2B5EF4-FFF2-40B4-BE49-F238E27FC236}">
                <a16:creationId xmlns:a16="http://schemas.microsoft.com/office/drawing/2014/main" id="{44366939-50A3-04BF-6BB2-1C605FA5F289}"/>
              </a:ext>
            </a:extLst>
          </p:cNvPr>
          <p:cNvSpPr txBox="1"/>
          <p:nvPr userDrawn="1"/>
        </p:nvSpPr>
        <p:spPr>
          <a:xfrm>
            <a:off x="2071561" y="2112021"/>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14842111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Plain Heading &amp; Write-up">
    <p:spTree>
      <p:nvGrpSpPr>
        <p:cNvPr id="1" name=""/>
        <p:cNvGrpSpPr/>
        <p:nvPr/>
      </p:nvGrpSpPr>
      <p:grpSpPr>
        <a:xfrm>
          <a:off x="0" y="0"/>
          <a:ext cx="0" cy="0"/>
          <a:chOff x="0" y="0"/>
          <a:chExt cx="0" cy="0"/>
        </a:xfrm>
      </p:grpSpPr>
      <p:sp>
        <p:nvSpPr>
          <p:cNvPr id="4" name="AutoShape 5">
            <a:extLst>
              <a:ext uri="{FF2B5EF4-FFF2-40B4-BE49-F238E27FC236}">
                <a16:creationId xmlns:a16="http://schemas.microsoft.com/office/drawing/2014/main" id="{F1E087D6-A4D0-2A9D-A037-825DD7260693}"/>
              </a:ext>
            </a:extLst>
          </p:cNvPr>
          <p:cNvSpPr/>
          <p:nvPr userDrawn="1"/>
        </p:nvSpPr>
        <p:spPr>
          <a:xfrm flipV="1">
            <a:off x="689771" y="893191"/>
            <a:ext cx="3215478" cy="0"/>
          </a:xfrm>
          <a:prstGeom prst="line">
            <a:avLst/>
          </a:prstGeom>
          <a:ln w="25400" cap="flat">
            <a:solidFill>
              <a:srgbClr val="032044"/>
            </a:solidFill>
            <a:prstDash val="solid"/>
            <a:headEnd type="none" w="sm" len="sm"/>
            <a:tailEnd type="none" w="sm" len="sm"/>
          </a:ln>
        </p:spPr>
        <p:txBody>
          <a:bodyPr/>
          <a:lstStyle/>
          <a:p>
            <a:endParaRPr lang="en-US" sz="1013">
              <a:solidFill>
                <a:schemeClr val="tx2"/>
              </a:solidFill>
            </a:endParaRPr>
          </a:p>
        </p:txBody>
      </p:sp>
      <p:sp>
        <p:nvSpPr>
          <p:cNvPr id="5" name="Title 4">
            <a:extLst>
              <a:ext uri="{FF2B5EF4-FFF2-40B4-BE49-F238E27FC236}">
                <a16:creationId xmlns:a16="http://schemas.microsoft.com/office/drawing/2014/main" id="{E8D469F8-026A-21CA-7FF1-DFE0D510588C}"/>
              </a:ext>
            </a:extLst>
          </p:cNvPr>
          <p:cNvSpPr>
            <a:spLocks noGrp="1"/>
          </p:cNvSpPr>
          <p:nvPr>
            <p:ph type="title" hasCustomPrompt="1"/>
          </p:nvPr>
        </p:nvSpPr>
        <p:spPr>
          <a:xfrm>
            <a:off x="585977" y="465324"/>
            <a:ext cx="3319272" cy="426848"/>
          </a:xfrm>
          <a:prstGeom prst="rect">
            <a:avLst/>
          </a:prstGeom>
        </p:spPr>
        <p:txBody>
          <a:bodyPr anchor="b" anchorCtr="0">
            <a:spAutoFit/>
          </a:bodyPr>
          <a:lstStyle>
            <a:lvl1pPr>
              <a:defRPr sz="2400" b="1">
                <a:latin typeface="Aptos" panose="020B0004020202020204" pitchFamily="34" charset="0"/>
              </a:defRPr>
            </a:lvl1pPr>
          </a:lstStyle>
          <a:p>
            <a:r>
              <a:rPr lang="en-US" dirty="0"/>
              <a:t>This is a heading</a:t>
            </a:r>
          </a:p>
        </p:txBody>
      </p:sp>
      <p:sp>
        <p:nvSpPr>
          <p:cNvPr id="6" name="Text Placeholder 23">
            <a:extLst>
              <a:ext uri="{FF2B5EF4-FFF2-40B4-BE49-F238E27FC236}">
                <a16:creationId xmlns:a16="http://schemas.microsoft.com/office/drawing/2014/main" id="{F1977AE9-AE1F-1B7B-3912-4E0D27B375B4}"/>
              </a:ext>
            </a:extLst>
          </p:cNvPr>
          <p:cNvSpPr>
            <a:spLocks noGrp="1"/>
          </p:cNvSpPr>
          <p:nvPr>
            <p:ph type="body" sz="quarter" idx="12" hasCustomPrompt="1"/>
          </p:nvPr>
        </p:nvSpPr>
        <p:spPr>
          <a:xfrm>
            <a:off x="585977" y="1075963"/>
            <a:ext cx="3291840" cy="2441448"/>
          </a:xfrm>
          <a:prstGeom prst="rect">
            <a:avLst/>
          </a:prstGeom>
        </p:spPr>
        <p:txBody>
          <a:bodyPr>
            <a:spAutoFit/>
          </a:bodyPr>
          <a:lstStyle>
            <a:lvl1pPr marL="0" indent="0">
              <a:lnSpc>
                <a:spcPct val="114000"/>
              </a:lnSpc>
              <a:spcBef>
                <a:spcPts val="0"/>
              </a:spcBef>
              <a:spcAft>
                <a:spcPts val="1000"/>
              </a:spcAft>
              <a:buNone/>
              <a:defRPr sz="1600">
                <a:solidFill>
                  <a:srgbClr val="032044"/>
                </a:solidFill>
              </a:defRPr>
            </a:lvl1pPr>
            <a:lvl2pPr marL="292608">
              <a:lnSpc>
                <a:spcPct val="114000"/>
              </a:lnSpc>
              <a:spcBef>
                <a:spcPts val="0"/>
              </a:spcBef>
              <a:spcAft>
                <a:spcPts val="1000"/>
              </a:spcAft>
              <a:defRPr sz="1600">
                <a:solidFill>
                  <a:srgbClr val="032044"/>
                </a:solidFill>
              </a:defRPr>
            </a:lvl2pPr>
          </a:lstStyle>
          <a:p>
            <a:pPr lvl="0"/>
            <a:r>
              <a:rPr lang="en-US" dirty="0"/>
              <a:t>A write-up follows the heading. Keep the most important information on the slide. Toss the rest in the speaker notes.</a:t>
            </a:r>
          </a:p>
          <a:p>
            <a:pPr lvl="1"/>
            <a:r>
              <a:rPr lang="en-US" dirty="0"/>
              <a:t>Bullet</a:t>
            </a:r>
          </a:p>
          <a:p>
            <a:pPr lvl="1"/>
            <a:r>
              <a:rPr lang="en-US" dirty="0"/>
              <a:t>Bullet</a:t>
            </a:r>
          </a:p>
          <a:p>
            <a:pPr lvl="1"/>
            <a:r>
              <a:rPr lang="en-US" dirty="0"/>
              <a:t>Bullet</a:t>
            </a:r>
          </a:p>
        </p:txBody>
      </p:sp>
      <p:pic>
        <p:nvPicPr>
          <p:cNvPr id="3" name="Picture 2">
            <a:extLst>
              <a:ext uri="{FF2B5EF4-FFF2-40B4-BE49-F238E27FC236}">
                <a16:creationId xmlns:a16="http://schemas.microsoft.com/office/drawing/2014/main" id="{809E393C-572F-96A3-7DCF-E880FB2FAA1F}"/>
              </a:ext>
            </a:extLst>
          </p:cNvPr>
          <p:cNvPicPr>
            <a:picLocks noChangeAspect="1"/>
          </p:cNvPicPr>
          <p:nvPr userDrawn="1"/>
        </p:nvPicPr>
        <p:blipFill>
          <a:blip r:embed="rId2"/>
          <a:srcRect/>
          <a:stretch/>
        </p:blipFill>
        <p:spPr>
          <a:xfrm>
            <a:off x="7348791" y="4602597"/>
            <a:ext cx="1650074" cy="509546"/>
          </a:xfrm>
          <a:prstGeom prst="rect">
            <a:avLst/>
          </a:prstGeom>
        </p:spPr>
      </p:pic>
      <p:sp>
        <p:nvSpPr>
          <p:cNvPr id="2" name="TextBox 1">
            <a:extLst>
              <a:ext uri="{FF2B5EF4-FFF2-40B4-BE49-F238E27FC236}">
                <a16:creationId xmlns:a16="http://schemas.microsoft.com/office/drawing/2014/main" id="{44366939-50A3-04BF-6BB2-1C605FA5F289}"/>
              </a:ext>
            </a:extLst>
          </p:cNvPr>
          <p:cNvSpPr txBox="1"/>
          <p:nvPr userDrawn="1"/>
        </p:nvSpPr>
        <p:spPr>
          <a:xfrm>
            <a:off x="2071561" y="2112021"/>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419676972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Picture, Heading, URL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75FA9B-CEC1-E77A-ED40-443183E7936E}"/>
              </a:ext>
            </a:extLst>
          </p:cNvPr>
          <p:cNvSpPr/>
          <p:nvPr userDrawn="1"/>
        </p:nvSpPr>
        <p:spPr>
          <a:xfrm>
            <a:off x="2245627" y="-700"/>
            <a:ext cx="2547594" cy="5144200"/>
          </a:xfrm>
          <a:prstGeom prst="rect">
            <a:avLst/>
          </a:prstGeom>
          <a:solidFill>
            <a:srgbClr val="D34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1" name="Graphic 10">
            <a:extLst>
              <a:ext uri="{FF2B5EF4-FFF2-40B4-BE49-F238E27FC236}">
                <a16:creationId xmlns:a16="http://schemas.microsoft.com/office/drawing/2014/main" id="{035972CC-F058-AD1B-57AC-9801D9AE0F2B}"/>
              </a:ext>
            </a:extLst>
          </p:cNvPr>
          <p:cNvPicPr>
            <a:picLocks noChangeAspect="1"/>
          </p:cNvPicPr>
          <p:nvPr userDrawn="1"/>
        </p:nvPicPr>
        <p:blipFill>
          <a:blip>
            <a:extLst>
              <a:ext uri="{96DAC541-7B7A-43D3-8B79-37D633B846F1}">
                <asvg:svgBlip xmlns:asvg="http://schemas.microsoft.com/office/drawing/2016/SVG/main" r:embed="rId2"/>
              </a:ext>
            </a:extLst>
          </a:blip>
          <a:srcRect l="10379" t="962" r="61760" b="962"/>
          <a:stretch>
            <a:fillRect/>
          </a:stretch>
        </p:blipFill>
        <p:spPr>
          <a:xfrm>
            <a:off x="2245628" y="-701"/>
            <a:ext cx="2547594" cy="5144201"/>
          </a:xfrm>
          <a:prstGeom prst="rect">
            <a:avLst/>
          </a:prstGeom>
        </p:spPr>
      </p:pic>
      <p:sp>
        <p:nvSpPr>
          <p:cNvPr id="12" name="Picture Placeholder 3">
            <a:extLst>
              <a:ext uri="{FF2B5EF4-FFF2-40B4-BE49-F238E27FC236}">
                <a16:creationId xmlns:a16="http://schemas.microsoft.com/office/drawing/2014/main" id="{D69E0EC3-754E-6D6C-2899-D9528A492468}"/>
              </a:ext>
            </a:extLst>
          </p:cNvPr>
          <p:cNvSpPr>
            <a:spLocks noGrp="1"/>
          </p:cNvSpPr>
          <p:nvPr>
            <p:ph type="pic" sz="quarter" idx="13" hasCustomPrompt="1"/>
          </p:nvPr>
        </p:nvSpPr>
        <p:spPr>
          <a:xfrm>
            <a:off x="272798" y="510796"/>
            <a:ext cx="3945655" cy="4167884"/>
          </a:xfrm>
          <a:custGeom>
            <a:avLst/>
            <a:gdLst>
              <a:gd name="connsiteX0" fmla="*/ 0 w 1174699"/>
              <a:gd name="connsiteY0" fmla="*/ 0 h 1240861"/>
              <a:gd name="connsiteX1" fmla="*/ 1174699 w 1174699"/>
              <a:gd name="connsiteY1" fmla="*/ 0 h 1240861"/>
              <a:gd name="connsiteX2" fmla="*/ 1174699 w 1174699"/>
              <a:gd name="connsiteY2" fmla="*/ 618703 h 1240861"/>
              <a:gd name="connsiteX3" fmla="*/ 912423 w 1174699"/>
              <a:gd name="connsiteY3" fmla="*/ 1062256 h 1240861"/>
              <a:gd name="connsiteX4" fmla="*/ 587363 w 1174699"/>
              <a:gd name="connsiteY4" fmla="*/ 1240861 h 1240861"/>
              <a:gd name="connsiteX5" fmla="*/ 262275 w 1174699"/>
              <a:gd name="connsiteY5" fmla="*/ 1062256 h 1240861"/>
              <a:gd name="connsiteX6" fmla="*/ 0 w 1174699"/>
              <a:gd name="connsiteY6" fmla="*/ 618703 h 1240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4699" h="1240861">
                <a:moveTo>
                  <a:pt x="0" y="0"/>
                </a:moveTo>
                <a:lnTo>
                  <a:pt x="1174699" y="0"/>
                </a:lnTo>
                <a:lnTo>
                  <a:pt x="1174699" y="618703"/>
                </a:lnTo>
                <a:cubicBezTo>
                  <a:pt x="1174699" y="803374"/>
                  <a:pt x="1074182" y="973388"/>
                  <a:pt x="912423" y="1062256"/>
                </a:cubicBezTo>
                <a:lnTo>
                  <a:pt x="587363" y="1240861"/>
                </a:lnTo>
                <a:lnTo>
                  <a:pt x="262275" y="1062256"/>
                </a:lnTo>
                <a:cubicBezTo>
                  <a:pt x="100545" y="973388"/>
                  <a:pt x="0" y="803374"/>
                  <a:pt x="0" y="618703"/>
                </a:cubicBezTo>
                <a:close/>
              </a:path>
            </a:pathLst>
          </a:custGeom>
          <a:solidFill>
            <a:schemeClr val="accent3"/>
          </a:solidFill>
          <a:ln w="92075">
            <a:solidFill>
              <a:schemeClr val="bg1"/>
            </a:solidFill>
            <a:miter lim="800000"/>
          </a:ln>
        </p:spPr>
        <p:txBody>
          <a:bodyPr vert="horz" wrap="square" anchor="ctr" anchorCtr="0">
            <a:noAutofit/>
          </a:bodyPr>
          <a:lstStyle>
            <a:lvl1pPr marL="0" indent="0" algn="ctr">
              <a:buNone/>
              <a:defRPr>
                <a:latin typeface="Helvetica" pitchFamily="2" charset="0"/>
              </a:defRPr>
            </a:lvl1pPr>
          </a:lstStyle>
          <a:p>
            <a:r>
              <a:rPr lang="en-US"/>
              <a:t>Image</a:t>
            </a:r>
          </a:p>
        </p:txBody>
      </p:sp>
      <p:sp>
        <p:nvSpPr>
          <p:cNvPr id="4" name="AutoShape 5">
            <a:extLst>
              <a:ext uri="{FF2B5EF4-FFF2-40B4-BE49-F238E27FC236}">
                <a16:creationId xmlns:a16="http://schemas.microsoft.com/office/drawing/2014/main" id="{AD747E33-F2DD-1375-556E-CE4A7E9CE3CE}"/>
              </a:ext>
            </a:extLst>
          </p:cNvPr>
          <p:cNvSpPr/>
          <p:nvPr userDrawn="1"/>
        </p:nvSpPr>
        <p:spPr>
          <a:xfrm flipV="1">
            <a:off x="5249477" y="975413"/>
            <a:ext cx="3215478" cy="0"/>
          </a:xfrm>
          <a:prstGeom prst="line">
            <a:avLst/>
          </a:prstGeom>
          <a:ln w="25400" cap="flat">
            <a:solidFill>
              <a:srgbClr val="032044"/>
            </a:solidFill>
            <a:prstDash val="solid"/>
            <a:headEnd type="none" w="sm" len="sm"/>
            <a:tailEnd type="none" w="sm" len="sm"/>
          </a:ln>
        </p:spPr>
        <p:txBody>
          <a:bodyPr/>
          <a:lstStyle/>
          <a:p>
            <a:endParaRPr lang="en-US" sz="1013">
              <a:solidFill>
                <a:schemeClr val="tx2"/>
              </a:solidFill>
            </a:endParaRPr>
          </a:p>
        </p:txBody>
      </p:sp>
      <p:sp>
        <p:nvSpPr>
          <p:cNvPr id="5" name="Title 4">
            <a:extLst>
              <a:ext uri="{FF2B5EF4-FFF2-40B4-BE49-F238E27FC236}">
                <a16:creationId xmlns:a16="http://schemas.microsoft.com/office/drawing/2014/main" id="{EAC0438E-1040-B51E-1252-18D21C809F1F}"/>
              </a:ext>
            </a:extLst>
          </p:cNvPr>
          <p:cNvSpPr>
            <a:spLocks noGrp="1"/>
          </p:cNvSpPr>
          <p:nvPr>
            <p:ph type="title" hasCustomPrompt="1"/>
          </p:nvPr>
        </p:nvSpPr>
        <p:spPr>
          <a:xfrm>
            <a:off x="5148072" y="512064"/>
            <a:ext cx="3319272" cy="426848"/>
          </a:xfrm>
          <a:prstGeom prst="rect">
            <a:avLst/>
          </a:prstGeom>
        </p:spPr>
        <p:txBody>
          <a:bodyPr anchor="b" anchorCtr="0">
            <a:spAutoFit/>
          </a:bodyPr>
          <a:lstStyle>
            <a:lvl1pPr>
              <a:defRPr sz="2400" b="1">
                <a:latin typeface="Aptos" panose="020B0004020202020204" pitchFamily="34" charset="0"/>
              </a:defRPr>
            </a:lvl1pPr>
          </a:lstStyle>
          <a:p>
            <a:r>
              <a:rPr lang="en-US" dirty="0"/>
              <a:t>This is a heading</a:t>
            </a:r>
          </a:p>
        </p:txBody>
      </p:sp>
      <p:sp>
        <p:nvSpPr>
          <p:cNvPr id="6" name="Text Placeholder 23">
            <a:extLst>
              <a:ext uri="{FF2B5EF4-FFF2-40B4-BE49-F238E27FC236}">
                <a16:creationId xmlns:a16="http://schemas.microsoft.com/office/drawing/2014/main" id="{EBA89D10-292A-0EFB-2F35-54EF367D040C}"/>
              </a:ext>
            </a:extLst>
          </p:cNvPr>
          <p:cNvSpPr>
            <a:spLocks noGrp="1"/>
          </p:cNvSpPr>
          <p:nvPr>
            <p:ph type="body" sz="quarter" idx="12" hasCustomPrompt="1"/>
          </p:nvPr>
        </p:nvSpPr>
        <p:spPr>
          <a:xfrm>
            <a:off x="5175504" y="1088136"/>
            <a:ext cx="3291840" cy="2441448"/>
          </a:xfrm>
          <a:prstGeom prst="rect">
            <a:avLst/>
          </a:prstGeom>
        </p:spPr>
        <p:txBody>
          <a:bodyPr>
            <a:spAutoFit/>
          </a:bodyPr>
          <a:lstStyle>
            <a:lvl1pPr marL="0" indent="0">
              <a:lnSpc>
                <a:spcPct val="114000"/>
              </a:lnSpc>
              <a:spcBef>
                <a:spcPts val="0"/>
              </a:spcBef>
              <a:spcAft>
                <a:spcPts val="1000"/>
              </a:spcAft>
              <a:buNone/>
              <a:defRPr sz="1600">
                <a:solidFill>
                  <a:srgbClr val="032044"/>
                </a:solidFill>
              </a:defRPr>
            </a:lvl1pPr>
            <a:lvl2pPr marL="292608">
              <a:lnSpc>
                <a:spcPct val="114000"/>
              </a:lnSpc>
              <a:spcBef>
                <a:spcPts val="0"/>
              </a:spcBef>
              <a:spcAft>
                <a:spcPts val="1000"/>
              </a:spcAft>
              <a:defRPr sz="1600">
                <a:solidFill>
                  <a:srgbClr val="032044"/>
                </a:solidFill>
              </a:defRPr>
            </a:lvl2pPr>
          </a:lstStyle>
          <a:p>
            <a:pPr lvl="0"/>
            <a:r>
              <a:rPr lang="en-US" dirty="0"/>
              <a:t>A write-up follows the heading. Keep the most important information on the slide. Toss the rest in the speaker notes.</a:t>
            </a:r>
          </a:p>
          <a:p>
            <a:pPr lvl="1"/>
            <a:r>
              <a:rPr lang="en-US" dirty="0"/>
              <a:t>Bullet</a:t>
            </a:r>
          </a:p>
          <a:p>
            <a:pPr lvl="1"/>
            <a:r>
              <a:rPr lang="en-US" dirty="0"/>
              <a:t>Bullet</a:t>
            </a:r>
          </a:p>
          <a:p>
            <a:pPr lvl="1"/>
            <a:r>
              <a:rPr lang="en-US" dirty="0"/>
              <a:t>Bullet</a:t>
            </a:r>
          </a:p>
        </p:txBody>
      </p:sp>
      <p:sp>
        <p:nvSpPr>
          <p:cNvPr id="8" name="Text Placeholder 7">
            <a:extLst>
              <a:ext uri="{FF2B5EF4-FFF2-40B4-BE49-F238E27FC236}">
                <a16:creationId xmlns:a16="http://schemas.microsoft.com/office/drawing/2014/main" id="{45281923-D558-272F-341C-075D6D0D3A3E}"/>
              </a:ext>
            </a:extLst>
          </p:cNvPr>
          <p:cNvSpPr>
            <a:spLocks noGrp="1"/>
          </p:cNvSpPr>
          <p:nvPr>
            <p:ph type="body" sz="quarter" idx="14" hasCustomPrompt="1"/>
          </p:nvPr>
        </p:nvSpPr>
        <p:spPr>
          <a:xfrm>
            <a:off x="5148072" y="4041648"/>
            <a:ext cx="3447288" cy="274320"/>
          </a:xfrm>
          <a:prstGeom prst="rect">
            <a:avLst/>
          </a:prstGeom>
        </p:spPr>
        <p:txBody>
          <a:bodyPr/>
          <a:lstStyle>
            <a:lvl1pPr>
              <a:buNone/>
              <a:defRPr sz="1400" b="1"/>
            </a:lvl1pPr>
          </a:lstStyle>
          <a:p>
            <a:pPr lvl="0"/>
            <a:r>
              <a:rPr lang="en-US" b="1" dirty="0"/>
              <a:t>MORE INFO</a:t>
            </a:r>
            <a:r>
              <a:rPr lang="en-US" b="0" dirty="0"/>
              <a:t> [replace with URL]</a:t>
            </a:r>
            <a:endParaRPr lang="en-US" dirty="0"/>
          </a:p>
        </p:txBody>
      </p:sp>
      <p:pic>
        <p:nvPicPr>
          <p:cNvPr id="3" name="Picture 2">
            <a:extLst>
              <a:ext uri="{FF2B5EF4-FFF2-40B4-BE49-F238E27FC236}">
                <a16:creationId xmlns:a16="http://schemas.microsoft.com/office/drawing/2014/main" id="{E47E63B9-36A1-3D04-4FB3-22CD4E69F105}"/>
              </a:ext>
            </a:extLst>
          </p:cNvPr>
          <p:cNvPicPr>
            <a:picLocks noChangeAspect="1"/>
          </p:cNvPicPr>
          <p:nvPr userDrawn="1"/>
        </p:nvPicPr>
        <p:blipFill>
          <a:blip r:embed="rId3"/>
          <a:srcRect/>
          <a:stretch/>
        </p:blipFill>
        <p:spPr>
          <a:xfrm>
            <a:off x="7348791" y="4602597"/>
            <a:ext cx="1650074" cy="509546"/>
          </a:xfrm>
          <a:prstGeom prst="rect">
            <a:avLst/>
          </a:prstGeom>
        </p:spPr>
      </p:pic>
    </p:spTree>
    <p:extLst>
      <p:ext uri="{BB962C8B-B14F-4D97-AF65-F5344CB8AC3E}">
        <p14:creationId xmlns:p14="http://schemas.microsoft.com/office/powerpoint/2010/main" val="42873293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losing 1">
    <p:bg>
      <p:bgPr>
        <a:solidFill>
          <a:srgbClr val="032044"/>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CBF923E-7FCA-EE58-15ED-6F4609E3541F}"/>
              </a:ext>
            </a:extLst>
          </p:cNvPr>
          <p:cNvPicPr>
            <a:picLocks noChangeAspect="1"/>
          </p:cNvPicPr>
          <p:nvPr userDrawn="1"/>
        </p:nvPicPr>
        <p:blipFill>
          <a:blip r:embed="rId2">
            <a:alphaModFix amt="10000"/>
          </a:blip>
          <a:stretch>
            <a:fillRect/>
          </a:stretch>
        </p:blipFill>
        <p:spPr>
          <a:xfrm>
            <a:off x="0" y="0"/>
            <a:ext cx="4783455" cy="5143500"/>
          </a:xfrm>
          <a:prstGeom prst="rect">
            <a:avLst/>
          </a:prstGeom>
        </p:spPr>
      </p:pic>
      <p:pic>
        <p:nvPicPr>
          <p:cNvPr id="5" name="Picture 4">
            <a:extLst>
              <a:ext uri="{FF2B5EF4-FFF2-40B4-BE49-F238E27FC236}">
                <a16:creationId xmlns:a16="http://schemas.microsoft.com/office/drawing/2014/main" id="{66DD0266-30F4-647C-B3D6-82FD04A899EF}"/>
              </a:ext>
            </a:extLst>
          </p:cNvPr>
          <p:cNvPicPr>
            <a:picLocks noChangeAspect="1"/>
          </p:cNvPicPr>
          <p:nvPr userDrawn="1"/>
        </p:nvPicPr>
        <p:blipFill>
          <a:blip r:embed="rId3"/>
          <a:srcRect/>
          <a:stretch/>
        </p:blipFill>
        <p:spPr>
          <a:xfrm>
            <a:off x="4976239" y="2077494"/>
            <a:ext cx="3201110" cy="988510"/>
          </a:xfrm>
          <a:prstGeom prst="rect">
            <a:avLst/>
          </a:prstGeom>
        </p:spPr>
      </p:pic>
    </p:spTree>
    <p:extLst>
      <p:ext uri="{BB962C8B-B14F-4D97-AF65-F5344CB8AC3E}">
        <p14:creationId xmlns:p14="http://schemas.microsoft.com/office/powerpoint/2010/main" val="167608959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losing 2">
    <p:bg>
      <p:bgPr>
        <a:solidFill>
          <a:srgbClr val="D3430D"/>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CBF923E-7FCA-EE58-15ED-6F4609E3541F}"/>
              </a:ext>
            </a:extLst>
          </p:cNvPr>
          <p:cNvPicPr>
            <a:picLocks noChangeAspect="1"/>
          </p:cNvPicPr>
          <p:nvPr userDrawn="1"/>
        </p:nvPicPr>
        <p:blipFill>
          <a:blip r:embed="rId2">
            <a:alphaModFix amt="10000"/>
          </a:blip>
          <a:stretch>
            <a:fillRect/>
          </a:stretch>
        </p:blipFill>
        <p:spPr>
          <a:xfrm>
            <a:off x="0" y="0"/>
            <a:ext cx="4783455" cy="5143500"/>
          </a:xfrm>
          <a:prstGeom prst="rect">
            <a:avLst/>
          </a:prstGeom>
        </p:spPr>
      </p:pic>
      <p:pic>
        <p:nvPicPr>
          <p:cNvPr id="4" name="Picture 3">
            <a:extLst>
              <a:ext uri="{FF2B5EF4-FFF2-40B4-BE49-F238E27FC236}">
                <a16:creationId xmlns:a16="http://schemas.microsoft.com/office/drawing/2014/main" id="{6A86D46F-8BBC-B0EE-C1C3-094D728A02BB}"/>
              </a:ext>
            </a:extLst>
          </p:cNvPr>
          <p:cNvPicPr>
            <a:picLocks noChangeAspect="1"/>
          </p:cNvPicPr>
          <p:nvPr userDrawn="1"/>
        </p:nvPicPr>
        <p:blipFill>
          <a:blip r:embed="rId3"/>
          <a:srcRect/>
          <a:stretch/>
        </p:blipFill>
        <p:spPr>
          <a:xfrm>
            <a:off x="4986337" y="2063929"/>
            <a:ext cx="3191012" cy="989997"/>
          </a:xfrm>
          <a:prstGeom prst="rect">
            <a:avLst/>
          </a:prstGeom>
        </p:spPr>
      </p:pic>
    </p:spTree>
    <p:extLst>
      <p:ext uri="{BB962C8B-B14F-4D97-AF65-F5344CB8AC3E}">
        <p14:creationId xmlns:p14="http://schemas.microsoft.com/office/powerpoint/2010/main" val="179447002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losing 3">
    <p:bg>
      <p:bgPr>
        <a:solidFill>
          <a:srgbClr val="265BF7"/>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CBF923E-7FCA-EE58-15ED-6F4609E3541F}"/>
              </a:ext>
            </a:extLst>
          </p:cNvPr>
          <p:cNvPicPr>
            <a:picLocks noChangeAspect="1"/>
          </p:cNvPicPr>
          <p:nvPr userDrawn="1"/>
        </p:nvPicPr>
        <p:blipFill>
          <a:blip r:embed="rId2">
            <a:alphaModFix amt="10000"/>
          </a:blip>
          <a:stretch>
            <a:fillRect/>
          </a:stretch>
        </p:blipFill>
        <p:spPr>
          <a:xfrm>
            <a:off x="0" y="0"/>
            <a:ext cx="4783455" cy="5143500"/>
          </a:xfrm>
          <a:prstGeom prst="rect">
            <a:avLst/>
          </a:prstGeom>
        </p:spPr>
      </p:pic>
      <p:pic>
        <p:nvPicPr>
          <p:cNvPr id="5" name="Picture 4">
            <a:extLst>
              <a:ext uri="{FF2B5EF4-FFF2-40B4-BE49-F238E27FC236}">
                <a16:creationId xmlns:a16="http://schemas.microsoft.com/office/drawing/2014/main" id="{EC6513B6-3CFD-DF89-1D26-00CC7B1E6ED7}"/>
              </a:ext>
            </a:extLst>
          </p:cNvPr>
          <p:cNvPicPr>
            <a:picLocks noChangeAspect="1"/>
          </p:cNvPicPr>
          <p:nvPr userDrawn="1"/>
        </p:nvPicPr>
        <p:blipFill>
          <a:blip r:embed="rId3"/>
          <a:srcRect/>
          <a:stretch/>
        </p:blipFill>
        <p:spPr>
          <a:xfrm>
            <a:off x="4993654" y="2068785"/>
            <a:ext cx="3201112" cy="988510"/>
          </a:xfrm>
          <a:prstGeom prst="rect">
            <a:avLst/>
          </a:prstGeom>
        </p:spPr>
      </p:pic>
    </p:spTree>
    <p:extLst>
      <p:ext uri="{BB962C8B-B14F-4D97-AF65-F5344CB8AC3E}">
        <p14:creationId xmlns:p14="http://schemas.microsoft.com/office/powerpoint/2010/main" val="96323000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44634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99" r:id="rId3"/>
    <p:sldLayoutId id="2147483734" r:id="rId4"/>
    <p:sldLayoutId id="2147483735" r:id="rId5"/>
    <p:sldLayoutId id="2147483733" r:id="rId6"/>
    <p:sldLayoutId id="2147483736" r:id="rId7"/>
    <p:sldLayoutId id="2147483700" r:id="rId8"/>
    <p:sldLayoutId id="2147483701" r:id="rId9"/>
    <p:sldLayoutId id="2147483702" r:id="rId10"/>
    <p:sldLayoutId id="2147483664" r:id="rId11"/>
    <p:sldLayoutId id="2147483663" r:id="rId12"/>
    <p:sldLayoutId id="2147483738" r:id="rId13"/>
    <p:sldLayoutId id="2147483739" r:id="rId14"/>
    <p:sldLayoutId id="2147483672" r:id="rId15"/>
    <p:sldLayoutId id="2147483749" r:id="rId16"/>
    <p:sldLayoutId id="2147483750" r:id="rId17"/>
    <p:sldLayoutId id="2147483751" r:id="rId18"/>
    <p:sldLayoutId id="2147483692" r:id="rId19"/>
    <p:sldLayoutId id="2147483693" r:id="rId20"/>
    <p:sldLayoutId id="2147483694" r:id="rId21"/>
    <p:sldLayoutId id="2147483695" r:id="rId22"/>
    <p:sldLayoutId id="2147483665" r:id="rId23"/>
    <p:sldLayoutId id="2147483752" r:id="rId24"/>
    <p:sldLayoutId id="2147483753" r:id="rId25"/>
    <p:sldLayoutId id="2147483754" r:id="rId26"/>
    <p:sldLayoutId id="2147483757" r:id="rId27"/>
    <p:sldLayoutId id="2147483758" r:id="rId28"/>
    <p:sldLayoutId id="2147483760" r:id="rId29"/>
    <p:sldLayoutId id="2147483759" r:id="rId30"/>
    <p:sldLayoutId id="2147483761" r:id="rId31"/>
    <p:sldLayoutId id="2147483670" r:id="rId32"/>
    <p:sldLayoutId id="2147483764" r:id="rId33"/>
    <p:sldLayoutId id="2147483763" r:id="rId34"/>
    <p:sldLayoutId id="2147483765" r:id="rId35"/>
    <p:sldLayoutId id="2147483766" r:id="rId36"/>
    <p:sldLayoutId id="2147483767" r:id="rId37"/>
    <p:sldLayoutId id="2147483740" r:id="rId38"/>
    <p:sldLayoutId id="2147483741" r:id="rId39"/>
    <p:sldLayoutId id="2147483742" r:id="rId40"/>
    <p:sldLayoutId id="2147483746" r:id="rId41"/>
    <p:sldLayoutId id="2147483747" r:id="rId42"/>
    <p:sldLayoutId id="2147483748" r:id="rId43"/>
    <p:sldLayoutId id="2147483710" r:id="rId44"/>
    <p:sldLayoutId id="2147483769" r:id="rId45"/>
    <p:sldLayoutId id="2147483770" r:id="rId46"/>
    <p:sldLayoutId id="2147483718" r:id="rId47"/>
    <p:sldLayoutId id="2147483771" r:id="rId48"/>
    <p:sldLayoutId id="2147483723" r:id="rId49"/>
    <p:sldLayoutId id="2147483772" r:id="rId50"/>
    <p:sldLayoutId id="2147483726" r:id="rId51"/>
    <p:sldLayoutId id="2147483690" r:id="rId52"/>
    <p:sldLayoutId id="2147483689" r:id="rId53"/>
    <p:sldLayoutId id="2147483688" r:id="rId5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44.xml"/><Relationship Id="rId4" Type="http://schemas.openxmlformats.org/officeDocument/2006/relationships/hyperlink" Target="https://dsl.richmond.edu/panorama/redlining"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7.xml"/></Relationships>
</file>

<file path=ppt/slides/_rels/slide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hyperlink" Target="https://web.archive.org/web/20251205090237/https:/metaphors.lib.virginia.edu/metaphors" TargetMode="External"/><Relationship Id="rId2" Type="http://schemas.openxmlformats.org/officeDocument/2006/relationships/image" Target="../media/image32.png"/><Relationship Id="rId1" Type="http://schemas.openxmlformats.org/officeDocument/2006/relationships/slideLayout" Target="../slideLayouts/slideLayout44.xml"/></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36.xml"/><Relationship Id="rId4" Type="http://schemas.openxmlformats.org/officeDocument/2006/relationships/hyperlink" Target="https://womensbios.lib.virginia.edu/index.html"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eb.archive.org/web/20240728071911/https:/18thconnect.org/" TargetMode="External"/><Relationship Id="rId2" Type="http://schemas.openxmlformats.org/officeDocument/2006/relationships/image" Target="../media/image34.pn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34.xml"/><Relationship Id="rId5" Type="http://schemas.openxmlformats.org/officeDocument/2006/relationships/image" Target="../media/image37.png"/><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hyperlink" Target="https://litlab.stanford.edu/" TargetMode="External"/><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3" Type="http://schemas.openxmlformats.org/officeDocument/2006/relationships/hyperlink" Target="https://litlab.stanford.edu/LiteraryLabPamphlet1.pdf" TargetMode="External"/><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9.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hyperlink" Target="https://github.com/davidmcclure/textplot/blob/master/notes/mental-maps/index.md" TargetMode="External"/><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4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29.xml.rels><?xml version="1.0" encoding="UTF-8" standalone="yes"?>
<Relationships xmlns="http://schemas.openxmlformats.org/package/2006/relationships"><Relationship Id="rId3" Type="http://schemas.openxmlformats.org/officeDocument/2006/relationships/hyperlink" Target="https://dsl.richmond.edu/panorama/redlining" TargetMode="External"/><Relationship Id="rId2" Type="http://schemas.openxmlformats.org/officeDocument/2006/relationships/hyperlink" Target="https://healers.uoregon.edu/" TargetMode="External"/><Relationship Id="rId1" Type="http://schemas.openxmlformats.org/officeDocument/2006/relationships/slideLayout" Target="../slideLayouts/slideLayout52.xml"/><Relationship Id="rId4" Type="http://schemas.openxmlformats.org/officeDocument/2006/relationships/hyperlink" Target="https://metaphors.lib.virginia.edu/metaphors"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dsl.richmond.edu/panorama/redlining" TargetMode="External"/><Relationship Id="rId2" Type="http://schemas.openxmlformats.org/officeDocument/2006/relationships/hyperlink" Target="https://healers.uoregon.edu/" TargetMode="External"/><Relationship Id="rId1" Type="http://schemas.openxmlformats.org/officeDocument/2006/relationships/slideLayout" Target="../slideLayouts/slideLayout52.xml"/><Relationship Id="rId5" Type="http://schemas.openxmlformats.org/officeDocument/2006/relationships/hyperlink" Target="https://metaphors.lib.virginia.edu/metaphors" TargetMode="External"/><Relationship Id="rId4" Type="http://schemas.openxmlformats.org/officeDocument/2006/relationships/hyperlink" Target="https://www.slavevoyages.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4EF137-C72D-405C-8A6A-EE47A7316871}"/>
              </a:ext>
            </a:extLst>
          </p:cNvPr>
          <p:cNvSpPr>
            <a:spLocks noGrp="1"/>
          </p:cNvSpPr>
          <p:nvPr>
            <p:ph type="title"/>
          </p:nvPr>
        </p:nvSpPr>
        <p:spPr>
          <a:xfrm>
            <a:off x="483578" y="1553151"/>
            <a:ext cx="5268829" cy="1633758"/>
          </a:xfrm>
        </p:spPr>
        <p:txBody>
          <a:bodyPr/>
          <a:lstStyle/>
          <a:p>
            <a:r>
              <a:rPr lang="en-US" dirty="0"/>
              <a:t>Digital Humanities</a:t>
            </a:r>
            <a:br>
              <a:rPr lang="en-US" dirty="0"/>
            </a:br>
            <a:r>
              <a:rPr lang="en-US" sz="3200" dirty="0"/>
              <a:t>&amp; </a:t>
            </a:r>
            <a:br>
              <a:rPr lang="en-US" sz="3200" dirty="0"/>
            </a:br>
            <a:r>
              <a:rPr lang="en-US" dirty="0"/>
              <a:t>Literary Studies</a:t>
            </a:r>
          </a:p>
        </p:txBody>
      </p:sp>
      <p:sp>
        <p:nvSpPr>
          <p:cNvPr id="8" name="Text Placeholder 7">
            <a:extLst>
              <a:ext uri="{FF2B5EF4-FFF2-40B4-BE49-F238E27FC236}">
                <a16:creationId xmlns:a16="http://schemas.microsoft.com/office/drawing/2014/main" id="{91E27743-D6DD-31E0-C49F-B796AF4E9024}"/>
              </a:ext>
            </a:extLst>
          </p:cNvPr>
          <p:cNvSpPr>
            <a:spLocks noGrp="1"/>
          </p:cNvSpPr>
          <p:nvPr>
            <p:ph type="body" sz="quarter" idx="12"/>
          </p:nvPr>
        </p:nvSpPr>
        <p:spPr>
          <a:xfrm>
            <a:off x="505362" y="3391831"/>
            <a:ext cx="3636169" cy="872598"/>
          </a:xfrm>
        </p:spPr>
        <p:txBody>
          <a:bodyPr/>
          <a:lstStyle/>
          <a:p>
            <a:r>
              <a:rPr lang="en-US" i="0" dirty="0"/>
              <a:t>Python Natural Language Processing for Literary Text Analysis</a:t>
            </a:r>
          </a:p>
        </p:txBody>
      </p:sp>
      <p:pic>
        <p:nvPicPr>
          <p:cNvPr id="3" name="Picture 2">
            <a:extLst>
              <a:ext uri="{FF2B5EF4-FFF2-40B4-BE49-F238E27FC236}">
                <a16:creationId xmlns:a16="http://schemas.microsoft.com/office/drawing/2014/main" id="{FFC0305F-150F-0BF0-419E-0F0E59F018FD}"/>
              </a:ext>
            </a:extLst>
          </p:cNvPr>
          <p:cNvPicPr>
            <a:picLocks noChangeAspect="1"/>
          </p:cNvPicPr>
          <p:nvPr/>
        </p:nvPicPr>
        <p:blipFill>
          <a:blip r:embed="rId3"/>
          <a:stretch>
            <a:fillRect/>
          </a:stretch>
        </p:blipFill>
        <p:spPr>
          <a:xfrm>
            <a:off x="6788727" y="847373"/>
            <a:ext cx="1914698" cy="583983"/>
          </a:xfrm>
          <a:prstGeom prst="rect">
            <a:avLst/>
          </a:prstGeom>
        </p:spPr>
      </p:pic>
    </p:spTree>
    <p:extLst>
      <p:ext uri="{BB962C8B-B14F-4D97-AF65-F5344CB8AC3E}">
        <p14:creationId xmlns:p14="http://schemas.microsoft.com/office/powerpoint/2010/main" val="3463229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1706D-8E8D-937E-3D16-B6C69A46AA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692896-E285-6ABC-E95F-A0776A57E27D}"/>
              </a:ext>
            </a:extLst>
          </p:cNvPr>
          <p:cNvSpPr>
            <a:spLocks noGrp="1"/>
          </p:cNvSpPr>
          <p:nvPr>
            <p:ph type="title"/>
          </p:nvPr>
        </p:nvSpPr>
        <p:spPr/>
        <p:txBody>
          <a:bodyPr/>
          <a:lstStyle/>
          <a:p>
            <a:r>
              <a:rPr lang="en-US" dirty="0"/>
              <a:t>Disclaimer</a:t>
            </a:r>
          </a:p>
        </p:txBody>
      </p:sp>
      <p:sp>
        <p:nvSpPr>
          <p:cNvPr id="4" name="Text Placeholder 3">
            <a:extLst>
              <a:ext uri="{FF2B5EF4-FFF2-40B4-BE49-F238E27FC236}">
                <a16:creationId xmlns:a16="http://schemas.microsoft.com/office/drawing/2014/main" id="{7CB23D2C-9ACD-0D43-27E9-8610E06B14A8}"/>
              </a:ext>
            </a:extLst>
          </p:cNvPr>
          <p:cNvSpPr>
            <a:spLocks noGrp="1"/>
          </p:cNvSpPr>
          <p:nvPr>
            <p:ph type="body" sz="quarter" idx="10"/>
          </p:nvPr>
        </p:nvSpPr>
        <p:spPr>
          <a:xfrm>
            <a:off x="1180407" y="2723666"/>
            <a:ext cx="6860280" cy="751054"/>
          </a:xfrm>
        </p:spPr>
        <p:txBody>
          <a:bodyPr/>
          <a:lstStyle/>
          <a:p>
            <a:r>
              <a:rPr lang="en-US" dirty="0"/>
              <a:t>Situating Computational Text Analysis </a:t>
            </a:r>
          </a:p>
          <a:p>
            <a:r>
              <a:rPr lang="en-US" dirty="0"/>
              <a:t>Within the Digital Humanities</a:t>
            </a:r>
          </a:p>
        </p:txBody>
      </p:sp>
    </p:spTree>
    <p:extLst>
      <p:ext uri="{BB962C8B-B14F-4D97-AF65-F5344CB8AC3E}">
        <p14:creationId xmlns:p14="http://schemas.microsoft.com/office/powerpoint/2010/main" val="1423934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5AA83-D259-101A-632C-A8FF5C7157B6}"/>
              </a:ext>
            </a:extLst>
          </p:cNvPr>
          <p:cNvSpPr>
            <a:spLocks noGrp="1"/>
          </p:cNvSpPr>
          <p:nvPr>
            <p:ph type="title"/>
          </p:nvPr>
        </p:nvSpPr>
        <p:spPr/>
        <p:txBody>
          <a:bodyPr/>
          <a:lstStyle/>
          <a:p>
            <a:r>
              <a:rPr lang="en-US" dirty="0"/>
              <a:t>Digital Literary Studies within Digital Humanities</a:t>
            </a:r>
          </a:p>
        </p:txBody>
      </p:sp>
      <p:sp>
        <p:nvSpPr>
          <p:cNvPr id="4" name="Text Placeholder 3">
            <a:extLst>
              <a:ext uri="{FF2B5EF4-FFF2-40B4-BE49-F238E27FC236}">
                <a16:creationId xmlns:a16="http://schemas.microsoft.com/office/drawing/2014/main" id="{174EEC64-C19E-2BD1-2472-F042777EA2F5}"/>
              </a:ext>
            </a:extLst>
          </p:cNvPr>
          <p:cNvSpPr>
            <a:spLocks noGrp="1"/>
          </p:cNvSpPr>
          <p:nvPr>
            <p:ph type="body" sz="quarter" idx="10"/>
          </p:nvPr>
        </p:nvSpPr>
        <p:spPr>
          <a:xfrm>
            <a:off x="612774" y="1088136"/>
            <a:ext cx="5661025" cy="365760"/>
          </a:xfrm>
        </p:spPr>
        <p:txBody>
          <a:bodyPr/>
          <a:lstStyle/>
          <a:p>
            <a:r>
              <a:rPr lang="en-US" dirty="0"/>
              <a:t>Digital literary studies ≠ digital humanities</a:t>
            </a:r>
          </a:p>
        </p:txBody>
      </p:sp>
      <p:sp>
        <p:nvSpPr>
          <p:cNvPr id="5" name="Text Placeholder 4">
            <a:extLst>
              <a:ext uri="{FF2B5EF4-FFF2-40B4-BE49-F238E27FC236}">
                <a16:creationId xmlns:a16="http://schemas.microsoft.com/office/drawing/2014/main" id="{05AD09A7-7E2D-E9BA-A64C-D6D4BC193733}"/>
              </a:ext>
            </a:extLst>
          </p:cNvPr>
          <p:cNvSpPr>
            <a:spLocks noGrp="1"/>
          </p:cNvSpPr>
          <p:nvPr>
            <p:ph type="body" sz="quarter" idx="11"/>
          </p:nvPr>
        </p:nvSpPr>
        <p:spPr>
          <a:xfrm>
            <a:off x="612775" y="1545336"/>
            <a:ext cx="4602692" cy="365760"/>
          </a:xfrm>
        </p:spPr>
        <p:txBody>
          <a:bodyPr/>
          <a:lstStyle/>
          <a:p>
            <a:r>
              <a:rPr lang="en-US" dirty="0"/>
              <a:t>Humanities Computation ≠ Digital Literary Studies</a:t>
            </a:r>
          </a:p>
        </p:txBody>
      </p:sp>
    </p:spTree>
    <p:extLst>
      <p:ext uri="{BB962C8B-B14F-4D97-AF65-F5344CB8AC3E}">
        <p14:creationId xmlns:p14="http://schemas.microsoft.com/office/powerpoint/2010/main" val="14943179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C9E57-DC68-6640-11FC-29C62A8D53D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E52E830-5C2E-40EB-B027-D1443F5567B6}"/>
              </a:ext>
            </a:extLst>
          </p:cNvPr>
          <p:cNvSpPr>
            <a:spLocks noGrp="1"/>
          </p:cNvSpPr>
          <p:nvPr>
            <p:ph type="title"/>
          </p:nvPr>
        </p:nvSpPr>
        <p:spPr/>
        <p:txBody>
          <a:bodyPr/>
          <a:lstStyle/>
          <a:p>
            <a:r>
              <a:rPr lang="en-US" dirty="0"/>
              <a:t>Examples</a:t>
            </a:r>
          </a:p>
        </p:txBody>
      </p:sp>
      <p:sp>
        <p:nvSpPr>
          <p:cNvPr id="3" name="Text Placeholder 2">
            <a:extLst>
              <a:ext uri="{FF2B5EF4-FFF2-40B4-BE49-F238E27FC236}">
                <a16:creationId xmlns:a16="http://schemas.microsoft.com/office/drawing/2014/main" id="{A66363BB-9CF6-3071-4921-03F4725F7B76}"/>
              </a:ext>
            </a:extLst>
          </p:cNvPr>
          <p:cNvSpPr>
            <a:spLocks noGrp="1"/>
          </p:cNvSpPr>
          <p:nvPr>
            <p:ph type="body" sz="quarter" idx="10"/>
          </p:nvPr>
        </p:nvSpPr>
        <p:spPr>
          <a:xfrm>
            <a:off x="1143000" y="2733675"/>
            <a:ext cx="6878782" cy="774296"/>
          </a:xfrm>
        </p:spPr>
        <p:txBody>
          <a:bodyPr/>
          <a:lstStyle/>
          <a:p>
            <a:r>
              <a:rPr lang="en-US" dirty="0"/>
              <a:t>Some Examples of Digital Humanities </a:t>
            </a:r>
          </a:p>
          <a:p>
            <a:r>
              <a:rPr lang="en-US" dirty="0"/>
              <a:t>Outside of Literary Analysis</a:t>
            </a:r>
          </a:p>
        </p:txBody>
      </p:sp>
    </p:spTree>
    <p:extLst>
      <p:ext uri="{BB962C8B-B14F-4D97-AF65-F5344CB8AC3E}">
        <p14:creationId xmlns:p14="http://schemas.microsoft.com/office/powerpoint/2010/main" val="3319309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5C57C-0B40-04E2-D056-3203EECF4DAE}"/>
            </a:ext>
          </a:extLst>
        </p:cNvPr>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442FEC77-D557-2A81-2413-D4B58623B987}"/>
              </a:ext>
            </a:extLst>
          </p:cNvPr>
          <p:cNvPicPr>
            <a:picLocks noGrp="1" noChangeAspect="1"/>
          </p:cNvPicPr>
          <p:nvPr>
            <p:ph type="pic" sz="quarter" idx="13"/>
          </p:nvPr>
        </p:nvPicPr>
        <p:blipFill>
          <a:blip r:embed="rId3"/>
          <a:srcRect t="4432" b="4432"/>
          <a:stretch>
            <a:fillRect/>
          </a:stretch>
        </p:blipFill>
        <p:spPr>
          <a:prstGeom prst="rect">
            <a:avLst/>
          </a:prstGeom>
          <a:solidFill>
            <a:srgbClr val="265BF7"/>
          </a:solidFill>
        </p:spPr>
      </p:pic>
      <p:sp>
        <p:nvSpPr>
          <p:cNvPr id="2" name="Title 1">
            <a:extLst>
              <a:ext uri="{FF2B5EF4-FFF2-40B4-BE49-F238E27FC236}">
                <a16:creationId xmlns:a16="http://schemas.microsoft.com/office/drawing/2014/main" id="{9EE2DA9D-D99B-2279-BFB6-36ACF336DB36}"/>
              </a:ext>
            </a:extLst>
          </p:cNvPr>
          <p:cNvSpPr>
            <a:spLocks noGrp="1"/>
          </p:cNvSpPr>
          <p:nvPr>
            <p:ph type="title"/>
          </p:nvPr>
        </p:nvSpPr>
        <p:spPr>
          <a:xfrm>
            <a:off x="4918873" y="951099"/>
            <a:ext cx="4166938" cy="426848"/>
          </a:xfrm>
        </p:spPr>
        <p:txBody>
          <a:bodyPr/>
          <a:lstStyle/>
          <a:p>
            <a:r>
              <a:rPr lang="en-US" dirty="0"/>
              <a:t>History DH:</a:t>
            </a:r>
          </a:p>
        </p:txBody>
      </p:sp>
      <p:sp>
        <p:nvSpPr>
          <p:cNvPr id="3" name="Text Placeholder 2">
            <a:extLst>
              <a:ext uri="{FF2B5EF4-FFF2-40B4-BE49-F238E27FC236}">
                <a16:creationId xmlns:a16="http://schemas.microsoft.com/office/drawing/2014/main" id="{F7831A85-9928-28B4-AB4A-5F266D59961F}"/>
              </a:ext>
            </a:extLst>
          </p:cNvPr>
          <p:cNvSpPr>
            <a:spLocks noGrp="1"/>
          </p:cNvSpPr>
          <p:nvPr>
            <p:ph type="body" sz="quarter" idx="10"/>
          </p:nvPr>
        </p:nvSpPr>
        <p:spPr>
          <a:xfrm>
            <a:off x="4916501" y="1618611"/>
            <a:ext cx="4036306" cy="365760"/>
          </a:xfrm>
        </p:spPr>
        <p:txBody>
          <a:bodyPr/>
          <a:lstStyle/>
          <a:p>
            <a:r>
              <a:rPr lang="en-US" dirty="0"/>
              <a:t>Mapping inequality</a:t>
            </a:r>
          </a:p>
        </p:txBody>
      </p:sp>
      <p:sp>
        <p:nvSpPr>
          <p:cNvPr id="4" name="Text Placeholder 3">
            <a:extLst>
              <a:ext uri="{FF2B5EF4-FFF2-40B4-BE49-F238E27FC236}">
                <a16:creationId xmlns:a16="http://schemas.microsoft.com/office/drawing/2014/main" id="{8AEB590D-5F6E-3D25-EE4D-D1EDA27D6A3F}"/>
              </a:ext>
            </a:extLst>
          </p:cNvPr>
          <p:cNvSpPr>
            <a:spLocks noGrp="1"/>
          </p:cNvSpPr>
          <p:nvPr>
            <p:ph type="body" sz="quarter" idx="12"/>
          </p:nvPr>
        </p:nvSpPr>
        <p:spPr>
          <a:xfrm>
            <a:off x="4918873" y="2066667"/>
            <a:ext cx="3483864" cy="1891543"/>
          </a:xfrm>
        </p:spPr>
        <p:txBody>
          <a:bodyPr/>
          <a:lstStyle/>
          <a:p>
            <a:r>
              <a:rPr lang="en-US" dirty="0"/>
              <a:t>The project “Mapping Inequality: Redlining in New Deal America is an example of using digital mapping techniques to bring complex historical data to a public audience.</a:t>
            </a:r>
          </a:p>
          <a:p>
            <a:r>
              <a:rPr lang="en-US" dirty="0">
                <a:hlinkClick r:id="rId4"/>
              </a:rPr>
              <a:t>Mapping Inequality</a:t>
            </a:r>
            <a:endParaRPr lang="en-US" dirty="0"/>
          </a:p>
        </p:txBody>
      </p:sp>
    </p:spTree>
    <p:extLst>
      <p:ext uri="{BB962C8B-B14F-4D97-AF65-F5344CB8AC3E}">
        <p14:creationId xmlns:p14="http://schemas.microsoft.com/office/powerpoint/2010/main" val="4030758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6AEF8-960A-02A6-8A61-DE3A77B28C7E}"/>
            </a:ext>
          </a:extLst>
        </p:cNvPr>
        <p:cNvGrpSpPr/>
        <p:nvPr/>
      </p:nvGrpSpPr>
      <p:grpSpPr>
        <a:xfrm>
          <a:off x="0" y="0"/>
          <a:ext cx="0" cy="0"/>
          <a:chOff x="0" y="0"/>
          <a:chExt cx="0" cy="0"/>
        </a:xfrm>
      </p:grpSpPr>
      <p:sp>
        <p:nvSpPr>
          <p:cNvPr id="44" name="Title 43">
            <a:extLst>
              <a:ext uri="{FF2B5EF4-FFF2-40B4-BE49-F238E27FC236}">
                <a16:creationId xmlns:a16="http://schemas.microsoft.com/office/drawing/2014/main" id="{4A809881-29BC-EC38-4875-F2F907A3D450}"/>
              </a:ext>
            </a:extLst>
          </p:cNvPr>
          <p:cNvSpPr>
            <a:spLocks noGrp="1"/>
          </p:cNvSpPr>
          <p:nvPr>
            <p:ph type="title"/>
          </p:nvPr>
        </p:nvSpPr>
        <p:spPr/>
        <p:txBody>
          <a:bodyPr/>
          <a:lstStyle/>
          <a:p>
            <a:r>
              <a:rPr lang="en-US" dirty="0"/>
              <a:t>History DH:</a:t>
            </a:r>
          </a:p>
        </p:txBody>
      </p:sp>
      <p:sp>
        <p:nvSpPr>
          <p:cNvPr id="45" name="Text Placeholder 44">
            <a:extLst>
              <a:ext uri="{FF2B5EF4-FFF2-40B4-BE49-F238E27FC236}">
                <a16:creationId xmlns:a16="http://schemas.microsoft.com/office/drawing/2014/main" id="{18A45DF2-8A7B-67A4-F3AF-F7D005D89477}"/>
              </a:ext>
            </a:extLst>
          </p:cNvPr>
          <p:cNvSpPr>
            <a:spLocks noGrp="1"/>
          </p:cNvSpPr>
          <p:nvPr>
            <p:ph type="body" sz="quarter" idx="10"/>
          </p:nvPr>
        </p:nvSpPr>
        <p:spPr/>
        <p:txBody>
          <a:bodyPr/>
          <a:lstStyle/>
          <a:p>
            <a:r>
              <a:rPr lang="en-US" dirty="0"/>
              <a:t>the transatlantic slave trade database</a:t>
            </a:r>
          </a:p>
        </p:txBody>
      </p:sp>
      <p:sp>
        <p:nvSpPr>
          <p:cNvPr id="2" name="TextBox 1">
            <a:extLst>
              <a:ext uri="{FF2B5EF4-FFF2-40B4-BE49-F238E27FC236}">
                <a16:creationId xmlns:a16="http://schemas.microsoft.com/office/drawing/2014/main" id="{144CCD75-FCFF-E547-4243-FD05BBE2A0D9}"/>
              </a:ext>
            </a:extLst>
          </p:cNvPr>
          <p:cNvSpPr txBox="1"/>
          <p:nvPr/>
        </p:nvSpPr>
        <p:spPr>
          <a:xfrm>
            <a:off x="585216" y="4713732"/>
            <a:ext cx="2892843" cy="338554"/>
          </a:xfrm>
          <a:prstGeom prst="rect">
            <a:avLst/>
          </a:prstGeom>
          <a:noFill/>
        </p:spPr>
        <p:txBody>
          <a:bodyPr wrap="none" rtlCol="0">
            <a:spAutoFit/>
          </a:bodyPr>
          <a:lstStyle/>
          <a:p>
            <a:r>
              <a:rPr lang="en-US" sz="1600" dirty="0"/>
              <a:t>https://</a:t>
            </a:r>
            <a:r>
              <a:rPr lang="en-US" sz="1600" dirty="0" err="1"/>
              <a:t>www.slavevoyages.org</a:t>
            </a:r>
            <a:r>
              <a:rPr lang="en-US" sz="1600"/>
              <a:t>/</a:t>
            </a:r>
          </a:p>
        </p:txBody>
      </p:sp>
      <p:pic>
        <p:nvPicPr>
          <p:cNvPr id="4" name="Picture 3">
            <a:extLst>
              <a:ext uri="{FF2B5EF4-FFF2-40B4-BE49-F238E27FC236}">
                <a16:creationId xmlns:a16="http://schemas.microsoft.com/office/drawing/2014/main" id="{C4ABA271-18B3-612B-5167-D50ACD85C989}"/>
              </a:ext>
            </a:extLst>
          </p:cNvPr>
          <p:cNvPicPr>
            <a:picLocks noChangeAspect="1"/>
          </p:cNvPicPr>
          <p:nvPr/>
        </p:nvPicPr>
        <p:blipFill>
          <a:blip r:embed="rId2"/>
          <a:stretch>
            <a:fillRect/>
          </a:stretch>
        </p:blipFill>
        <p:spPr>
          <a:xfrm>
            <a:off x="1915668" y="1561703"/>
            <a:ext cx="5312664" cy="2895852"/>
          </a:xfrm>
          <a:prstGeom prst="rect">
            <a:avLst/>
          </a:prstGeom>
        </p:spPr>
      </p:pic>
    </p:spTree>
    <p:extLst>
      <p:ext uri="{BB962C8B-B14F-4D97-AF65-F5344CB8AC3E}">
        <p14:creationId xmlns:p14="http://schemas.microsoft.com/office/powerpoint/2010/main" val="292644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AAE14-C938-72F6-460E-F2D9CFFFCF22}"/>
            </a:ext>
          </a:extLst>
        </p:cNvPr>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0775B388-001E-A683-F9AD-E4C35D33D3C1}"/>
              </a:ext>
            </a:extLst>
          </p:cNvPr>
          <p:cNvPicPr>
            <a:picLocks noGrp="1" noChangeAspect="1"/>
          </p:cNvPicPr>
          <p:nvPr>
            <p:ph type="pic" sz="quarter" idx="14"/>
          </p:nvPr>
        </p:nvPicPr>
        <p:blipFill>
          <a:blip r:embed="rId2"/>
          <a:srcRect t="13771" b="13771"/>
          <a:stretch>
            <a:fillRect/>
          </a:stretch>
        </p:blipFill>
        <p:spPr>
          <a:custGeom>
            <a:avLst/>
            <a:gdLst>
              <a:gd name="connsiteX0" fmla="*/ 0 w 4961347"/>
              <a:gd name="connsiteY0" fmla="*/ 0 h 3698653"/>
              <a:gd name="connsiteX1" fmla="*/ 4961347 w 4961347"/>
              <a:gd name="connsiteY1" fmla="*/ 0 h 3698653"/>
              <a:gd name="connsiteX2" fmla="*/ 4961347 w 4961347"/>
              <a:gd name="connsiteY2" fmla="*/ 3698527 h 3698653"/>
              <a:gd name="connsiteX3" fmla="*/ 3602351 w 4961347"/>
              <a:gd name="connsiteY3" fmla="*/ 3293833 h 3698653"/>
              <a:gd name="connsiteX4" fmla="*/ 2598638 w 4961347"/>
              <a:gd name="connsiteY4" fmla="*/ 1904346 h 3698653"/>
              <a:gd name="connsiteX5" fmla="*/ 2598386 w 4961347"/>
              <a:gd name="connsiteY5" fmla="*/ 1903589 h 3698653"/>
              <a:gd name="connsiteX6" fmla="*/ 2598133 w 4961347"/>
              <a:gd name="connsiteY6" fmla="*/ 1902831 h 3698653"/>
              <a:gd name="connsiteX7" fmla="*/ 2585377 w 4961347"/>
              <a:gd name="connsiteY7" fmla="*/ 1856519 h 3698653"/>
              <a:gd name="connsiteX8" fmla="*/ 2537130 w 4961347"/>
              <a:gd name="connsiteY8" fmla="*/ 1855889 h 3698653"/>
              <a:gd name="connsiteX9" fmla="*/ 2376602 w 4961347"/>
              <a:gd name="connsiteY9" fmla="*/ 1855889 h 3698653"/>
              <a:gd name="connsiteX10" fmla="*/ 2363845 w 4961347"/>
              <a:gd name="connsiteY10" fmla="*/ 1902201 h 3698653"/>
              <a:gd name="connsiteX11" fmla="*/ 2363593 w 4961347"/>
              <a:gd name="connsiteY11" fmla="*/ 1902958 h 3698653"/>
              <a:gd name="connsiteX12" fmla="*/ 2363214 w 4961347"/>
              <a:gd name="connsiteY12" fmla="*/ 1904346 h 3698653"/>
              <a:gd name="connsiteX13" fmla="*/ 1359501 w 4961347"/>
              <a:gd name="connsiteY13" fmla="*/ 3293833 h 3698653"/>
              <a:gd name="connsiteX14" fmla="*/ 0 w 4961347"/>
              <a:gd name="connsiteY14" fmla="*/ 3698653 h 3698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61347" h="3698653">
                <a:moveTo>
                  <a:pt x="0" y="0"/>
                </a:moveTo>
                <a:lnTo>
                  <a:pt x="4961347" y="0"/>
                </a:lnTo>
                <a:lnTo>
                  <a:pt x="4961347" y="3698527"/>
                </a:lnTo>
                <a:cubicBezTo>
                  <a:pt x="4429494" y="3651079"/>
                  <a:pt x="3973422" y="3515424"/>
                  <a:pt x="3602351" y="3293833"/>
                </a:cubicBezTo>
                <a:cubicBezTo>
                  <a:pt x="3089317" y="2987442"/>
                  <a:pt x="2751589" y="2520031"/>
                  <a:pt x="2598638" y="1904346"/>
                </a:cubicBezTo>
                <a:lnTo>
                  <a:pt x="2598386" y="1903589"/>
                </a:lnTo>
                <a:lnTo>
                  <a:pt x="2598133" y="1902831"/>
                </a:lnTo>
                <a:lnTo>
                  <a:pt x="2585377" y="1856519"/>
                </a:lnTo>
                <a:lnTo>
                  <a:pt x="2537130" y="1855889"/>
                </a:lnTo>
                <a:lnTo>
                  <a:pt x="2376602" y="1855889"/>
                </a:lnTo>
                <a:lnTo>
                  <a:pt x="2363845" y="1902201"/>
                </a:lnTo>
                <a:lnTo>
                  <a:pt x="2363593" y="1902958"/>
                </a:lnTo>
                <a:lnTo>
                  <a:pt x="2363214" y="1904346"/>
                </a:lnTo>
                <a:cubicBezTo>
                  <a:pt x="2210137" y="2520031"/>
                  <a:pt x="1872535" y="2987442"/>
                  <a:pt x="1359501" y="3293833"/>
                </a:cubicBezTo>
                <a:cubicBezTo>
                  <a:pt x="988304" y="3515550"/>
                  <a:pt x="531979" y="3651205"/>
                  <a:pt x="0" y="3698653"/>
                </a:cubicBezTo>
                <a:close/>
              </a:path>
            </a:pathLst>
          </a:custGeom>
          <a:solidFill>
            <a:srgbClr val="265BF7"/>
          </a:solidFill>
        </p:spPr>
      </p:pic>
      <p:pic>
        <p:nvPicPr>
          <p:cNvPr id="10" name="Picture Placeholder 9">
            <a:extLst>
              <a:ext uri="{FF2B5EF4-FFF2-40B4-BE49-F238E27FC236}">
                <a16:creationId xmlns:a16="http://schemas.microsoft.com/office/drawing/2014/main" id="{A949FD95-9E9E-2CF3-CA6C-AF1F2C7A5605}"/>
              </a:ext>
            </a:extLst>
          </p:cNvPr>
          <p:cNvPicPr>
            <a:picLocks noGrp="1" noChangeAspect="1"/>
          </p:cNvPicPr>
          <p:nvPr>
            <p:ph type="pic" sz="quarter" idx="20"/>
          </p:nvPr>
        </p:nvPicPr>
        <p:blipFill>
          <a:blip r:embed="rId3"/>
          <a:srcRect t="9800" b="9800"/>
          <a:stretch>
            <a:fillRect/>
          </a:stretch>
        </p:blipFill>
        <p:spPr>
          <a:custGeom>
            <a:avLst/>
            <a:gdLst>
              <a:gd name="connsiteX0" fmla="*/ 2424596 w 4961094"/>
              <a:gd name="connsiteY0" fmla="*/ 0 h 4521375"/>
              <a:gd name="connsiteX1" fmla="*/ 2537130 w 4961094"/>
              <a:gd name="connsiteY1" fmla="*/ 0 h 4521375"/>
              <a:gd name="connsiteX2" fmla="*/ 2537130 w 4961094"/>
              <a:gd name="connsiteY2" fmla="*/ 632 h 4521375"/>
              <a:gd name="connsiteX3" fmla="*/ 4961094 w 4961094"/>
              <a:gd name="connsiteY3" fmla="*/ 1845632 h 4521375"/>
              <a:gd name="connsiteX4" fmla="*/ 4961094 w 4961094"/>
              <a:gd name="connsiteY4" fmla="*/ 4521375 h 4521375"/>
              <a:gd name="connsiteX5" fmla="*/ 0 w 4961094"/>
              <a:gd name="connsiteY5" fmla="*/ 4521375 h 4521375"/>
              <a:gd name="connsiteX6" fmla="*/ 0 w 4961094"/>
              <a:gd name="connsiteY6" fmla="*/ 1845632 h 4521375"/>
              <a:gd name="connsiteX7" fmla="*/ 2424596 w 4961094"/>
              <a:gd name="connsiteY7" fmla="*/ 632 h 4521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61094" h="4521375">
                <a:moveTo>
                  <a:pt x="2424596" y="0"/>
                </a:moveTo>
                <a:lnTo>
                  <a:pt x="2537130" y="0"/>
                </a:lnTo>
                <a:lnTo>
                  <a:pt x="2537130" y="632"/>
                </a:lnTo>
                <a:cubicBezTo>
                  <a:pt x="2845430" y="1242892"/>
                  <a:pt x="3843711" y="1746292"/>
                  <a:pt x="4961094" y="1845632"/>
                </a:cubicBezTo>
                <a:lnTo>
                  <a:pt x="4961094" y="4521375"/>
                </a:lnTo>
                <a:lnTo>
                  <a:pt x="0" y="4521375"/>
                </a:lnTo>
                <a:lnTo>
                  <a:pt x="0" y="1845632"/>
                </a:lnTo>
                <a:cubicBezTo>
                  <a:pt x="1117509" y="1746418"/>
                  <a:pt x="2116043" y="1243018"/>
                  <a:pt x="2424596" y="632"/>
                </a:cubicBezTo>
                <a:close/>
              </a:path>
            </a:pathLst>
          </a:custGeom>
          <a:solidFill>
            <a:srgbClr val="265BF7"/>
          </a:solidFill>
        </p:spPr>
      </p:pic>
      <p:sp>
        <p:nvSpPr>
          <p:cNvPr id="2" name="Title 1">
            <a:extLst>
              <a:ext uri="{FF2B5EF4-FFF2-40B4-BE49-F238E27FC236}">
                <a16:creationId xmlns:a16="http://schemas.microsoft.com/office/drawing/2014/main" id="{5DC214D1-B0F2-2EA2-F9D4-06D738F0E9FD}"/>
              </a:ext>
            </a:extLst>
          </p:cNvPr>
          <p:cNvSpPr>
            <a:spLocks noGrp="1"/>
          </p:cNvSpPr>
          <p:nvPr>
            <p:ph type="title"/>
          </p:nvPr>
        </p:nvSpPr>
        <p:spPr>
          <a:xfrm>
            <a:off x="4315968" y="951099"/>
            <a:ext cx="4728279" cy="426848"/>
          </a:xfrm>
        </p:spPr>
        <p:txBody>
          <a:bodyPr/>
          <a:lstStyle/>
          <a:p>
            <a:r>
              <a:rPr lang="en-US"/>
              <a:t>Anthropology DH:</a:t>
            </a:r>
          </a:p>
        </p:txBody>
      </p:sp>
      <p:sp>
        <p:nvSpPr>
          <p:cNvPr id="3" name="Text Placeholder 2">
            <a:extLst>
              <a:ext uri="{FF2B5EF4-FFF2-40B4-BE49-F238E27FC236}">
                <a16:creationId xmlns:a16="http://schemas.microsoft.com/office/drawing/2014/main" id="{23AC4851-E353-6B80-A813-54F467C24236}"/>
              </a:ext>
            </a:extLst>
          </p:cNvPr>
          <p:cNvSpPr>
            <a:spLocks noGrp="1"/>
          </p:cNvSpPr>
          <p:nvPr>
            <p:ph type="body" sz="quarter" idx="10"/>
          </p:nvPr>
        </p:nvSpPr>
        <p:spPr>
          <a:xfrm>
            <a:off x="4317983" y="1618611"/>
            <a:ext cx="4726264" cy="365760"/>
          </a:xfrm>
        </p:spPr>
        <p:txBody>
          <a:bodyPr/>
          <a:lstStyle/>
          <a:p>
            <a:r>
              <a:rPr lang="en-US"/>
              <a:t>the healers project</a:t>
            </a:r>
          </a:p>
        </p:txBody>
      </p:sp>
      <p:sp>
        <p:nvSpPr>
          <p:cNvPr id="4" name="Text Placeholder 3">
            <a:extLst>
              <a:ext uri="{FF2B5EF4-FFF2-40B4-BE49-F238E27FC236}">
                <a16:creationId xmlns:a16="http://schemas.microsoft.com/office/drawing/2014/main" id="{3F3855E3-A29E-75C8-DFA0-26387C41C7E4}"/>
              </a:ext>
            </a:extLst>
          </p:cNvPr>
          <p:cNvSpPr>
            <a:spLocks noGrp="1"/>
          </p:cNvSpPr>
          <p:nvPr>
            <p:ph type="body" sz="quarter" idx="12"/>
          </p:nvPr>
        </p:nvSpPr>
        <p:spPr>
          <a:xfrm>
            <a:off x="4315968" y="2066667"/>
            <a:ext cx="4030010" cy="2044021"/>
          </a:xfrm>
        </p:spPr>
        <p:txBody>
          <a:bodyPr/>
          <a:lstStyle/>
          <a:p>
            <a:r>
              <a:rPr lang="en-US"/>
              <a:t>The Healers Project is a multimodal digital artifact foregrounding the extensive knowledge, experience, and community leadership of Afro-Indigenous, Indigenous, and Afro-descendant women healers in the Caribbean and Caribbean immigrant communities. </a:t>
            </a:r>
          </a:p>
        </p:txBody>
      </p:sp>
      <p:sp>
        <p:nvSpPr>
          <p:cNvPr id="11" name="TextBox 10">
            <a:extLst>
              <a:ext uri="{FF2B5EF4-FFF2-40B4-BE49-F238E27FC236}">
                <a16:creationId xmlns:a16="http://schemas.microsoft.com/office/drawing/2014/main" id="{C4449F90-20AB-8F42-0FFB-B243981C6AE3}"/>
              </a:ext>
            </a:extLst>
          </p:cNvPr>
          <p:cNvSpPr txBox="1"/>
          <p:nvPr/>
        </p:nvSpPr>
        <p:spPr>
          <a:xfrm>
            <a:off x="4315968" y="4264429"/>
            <a:ext cx="3034145" cy="338554"/>
          </a:xfrm>
          <a:prstGeom prst="rect">
            <a:avLst/>
          </a:prstGeom>
          <a:noFill/>
        </p:spPr>
        <p:txBody>
          <a:bodyPr wrap="square" rtlCol="0">
            <a:spAutoFit/>
          </a:bodyPr>
          <a:lstStyle/>
          <a:p>
            <a:r>
              <a:rPr lang="en-US" sz="1600"/>
              <a:t>https://</a:t>
            </a:r>
            <a:r>
              <a:rPr lang="en-US" sz="1600" err="1"/>
              <a:t>healers.uoregon.edu</a:t>
            </a:r>
            <a:r>
              <a:rPr lang="en-US" sz="1600"/>
              <a:t>/</a:t>
            </a:r>
          </a:p>
        </p:txBody>
      </p:sp>
    </p:spTree>
    <p:extLst>
      <p:ext uri="{BB962C8B-B14F-4D97-AF65-F5344CB8AC3E}">
        <p14:creationId xmlns:p14="http://schemas.microsoft.com/office/powerpoint/2010/main" val="656925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49383-8346-F3B1-F4A1-0D5CE7E66B6E}"/>
            </a:ext>
          </a:extLst>
        </p:cNvPr>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0F4B0CD5-3EE5-0B32-4B9E-CD40895B8EA0}"/>
              </a:ext>
            </a:extLst>
          </p:cNvPr>
          <p:cNvPicPr>
            <a:picLocks noGrp="1" noChangeAspect="1"/>
          </p:cNvPicPr>
          <p:nvPr>
            <p:ph type="pic" sz="quarter" idx="13"/>
          </p:nvPr>
        </p:nvPicPr>
        <p:blipFill>
          <a:blip r:embed="rId2"/>
          <a:srcRect l="15638" r="15638"/>
          <a:stretch>
            <a:fillRect/>
          </a:stretch>
        </p:blipFill>
        <p:spPr>
          <a:custGeom>
            <a:avLst/>
            <a:gdLst>
              <a:gd name="connsiteX0" fmla="*/ 0 w 1174699"/>
              <a:gd name="connsiteY0" fmla="*/ 0 h 1240861"/>
              <a:gd name="connsiteX1" fmla="*/ 1174699 w 1174699"/>
              <a:gd name="connsiteY1" fmla="*/ 0 h 1240861"/>
              <a:gd name="connsiteX2" fmla="*/ 1174699 w 1174699"/>
              <a:gd name="connsiteY2" fmla="*/ 618703 h 1240861"/>
              <a:gd name="connsiteX3" fmla="*/ 912423 w 1174699"/>
              <a:gd name="connsiteY3" fmla="*/ 1062256 h 1240861"/>
              <a:gd name="connsiteX4" fmla="*/ 587363 w 1174699"/>
              <a:gd name="connsiteY4" fmla="*/ 1240861 h 1240861"/>
              <a:gd name="connsiteX5" fmla="*/ 262275 w 1174699"/>
              <a:gd name="connsiteY5" fmla="*/ 1062256 h 1240861"/>
              <a:gd name="connsiteX6" fmla="*/ 0 w 1174699"/>
              <a:gd name="connsiteY6" fmla="*/ 618703 h 1240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4699" h="1240861">
                <a:moveTo>
                  <a:pt x="0" y="0"/>
                </a:moveTo>
                <a:lnTo>
                  <a:pt x="1174699" y="0"/>
                </a:lnTo>
                <a:lnTo>
                  <a:pt x="1174699" y="618703"/>
                </a:lnTo>
                <a:cubicBezTo>
                  <a:pt x="1174699" y="803374"/>
                  <a:pt x="1074182" y="973388"/>
                  <a:pt x="912423" y="1062256"/>
                </a:cubicBezTo>
                <a:lnTo>
                  <a:pt x="587363" y="1240861"/>
                </a:lnTo>
                <a:lnTo>
                  <a:pt x="262275" y="1062256"/>
                </a:lnTo>
                <a:cubicBezTo>
                  <a:pt x="100545" y="973388"/>
                  <a:pt x="0" y="803374"/>
                  <a:pt x="0" y="618703"/>
                </a:cubicBezTo>
                <a:close/>
              </a:path>
            </a:pathLst>
          </a:custGeom>
          <a:solidFill>
            <a:srgbClr val="265BF7"/>
          </a:solidFill>
          <a:ln w="92075">
            <a:solidFill>
              <a:srgbClr val="FFFFFF"/>
            </a:solidFill>
            <a:miter lim="800000"/>
          </a:ln>
        </p:spPr>
      </p:pic>
      <p:sp>
        <p:nvSpPr>
          <p:cNvPr id="2" name="Title 1">
            <a:extLst>
              <a:ext uri="{FF2B5EF4-FFF2-40B4-BE49-F238E27FC236}">
                <a16:creationId xmlns:a16="http://schemas.microsoft.com/office/drawing/2014/main" id="{522EF9B0-4770-3CF6-14F8-52AC3EAE40BE}"/>
              </a:ext>
            </a:extLst>
          </p:cNvPr>
          <p:cNvSpPr>
            <a:spLocks noGrp="1"/>
          </p:cNvSpPr>
          <p:nvPr>
            <p:ph type="title"/>
          </p:nvPr>
        </p:nvSpPr>
        <p:spPr/>
        <p:txBody>
          <a:bodyPr/>
          <a:lstStyle/>
          <a:p>
            <a:r>
              <a:rPr lang="en-US"/>
              <a:t>Classics DH:</a:t>
            </a:r>
          </a:p>
        </p:txBody>
      </p:sp>
      <p:sp>
        <p:nvSpPr>
          <p:cNvPr id="3" name="Text Placeholder 2">
            <a:extLst>
              <a:ext uri="{FF2B5EF4-FFF2-40B4-BE49-F238E27FC236}">
                <a16:creationId xmlns:a16="http://schemas.microsoft.com/office/drawing/2014/main" id="{C93484E6-0AE8-84AB-4D5D-668A6327B8C8}"/>
              </a:ext>
            </a:extLst>
          </p:cNvPr>
          <p:cNvSpPr>
            <a:spLocks noGrp="1"/>
          </p:cNvSpPr>
          <p:nvPr>
            <p:ph type="body" sz="quarter" idx="12"/>
          </p:nvPr>
        </p:nvSpPr>
        <p:spPr>
          <a:xfrm>
            <a:off x="5175504" y="1088136"/>
            <a:ext cx="3291840" cy="1763303"/>
          </a:xfrm>
        </p:spPr>
        <p:txBody>
          <a:bodyPr/>
          <a:lstStyle/>
          <a:p>
            <a:r>
              <a:rPr lang="en-US"/>
              <a:t>The Stanford Geospatial Network Model of the Roman World is an interactive map of the Roman Empire that allows users to find out travel times between ancient Roman places.</a:t>
            </a:r>
          </a:p>
        </p:txBody>
      </p:sp>
      <p:sp>
        <p:nvSpPr>
          <p:cNvPr id="5" name="Text Placeholder 4">
            <a:extLst>
              <a:ext uri="{FF2B5EF4-FFF2-40B4-BE49-F238E27FC236}">
                <a16:creationId xmlns:a16="http://schemas.microsoft.com/office/drawing/2014/main" id="{A62BE086-6AB4-D154-6A84-73CC4CAEBA59}"/>
              </a:ext>
            </a:extLst>
          </p:cNvPr>
          <p:cNvSpPr>
            <a:spLocks noGrp="1"/>
          </p:cNvSpPr>
          <p:nvPr>
            <p:ph type="body" sz="quarter" idx="14"/>
          </p:nvPr>
        </p:nvSpPr>
        <p:spPr/>
        <p:txBody>
          <a:bodyPr/>
          <a:lstStyle/>
          <a:p>
            <a:r>
              <a:rPr lang="en-US"/>
              <a:t>https://</a:t>
            </a:r>
            <a:r>
              <a:rPr lang="en-US" err="1"/>
              <a:t>orbis.stanford.edu</a:t>
            </a:r>
            <a:r>
              <a:rPr lang="en-US"/>
              <a:t>/</a:t>
            </a:r>
          </a:p>
        </p:txBody>
      </p:sp>
    </p:spTree>
    <p:extLst>
      <p:ext uri="{BB962C8B-B14F-4D97-AF65-F5344CB8AC3E}">
        <p14:creationId xmlns:p14="http://schemas.microsoft.com/office/powerpoint/2010/main" val="1348061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6AE9B-8A90-FE5B-EEBD-0CB8CC0618C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F610ABC-4D70-14B5-B240-4B112FC340E1}"/>
              </a:ext>
            </a:extLst>
          </p:cNvPr>
          <p:cNvSpPr>
            <a:spLocks noGrp="1"/>
          </p:cNvSpPr>
          <p:nvPr>
            <p:ph type="title"/>
          </p:nvPr>
        </p:nvSpPr>
        <p:spPr/>
        <p:txBody>
          <a:bodyPr/>
          <a:lstStyle/>
          <a:p>
            <a:r>
              <a:rPr lang="en-US"/>
              <a:t>Styles of Digital Literature Studies</a:t>
            </a:r>
          </a:p>
        </p:txBody>
      </p:sp>
      <p:sp>
        <p:nvSpPr>
          <p:cNvPr id="3" name="Text Placeholder 2">
            <a:extLst>
              <a:ext uri="{FF2B5EF4-FFF2-40B4-BE49-F238E27FC236}">
                <a16:creationId xmlns:a16="http://schemas.microsoft.com/office/drawing/2014/main" id="{2C0F3AA6-5AEF-430D-89A3-D12F86EB88DF}"/>
              </a:ext>
            </a:extLst>
          </p:cNvPr>
          <p:cNvSpPr>
            <a:spLocks noGrp="1"/>
          </p:cNvSpPr>
          <p:nvPr>
            <p:ph type="body" sz="quarter" idx="10"/>
          </p:nvPr>
        </p:nvSpPr>
        <p:spPr/>
        <p:txBody>
          <a:bodyPr/>
          <a:lstStyle/>
          <a:p>
            <a:r>
              <a:rPr lang="en-US"/>
              <a:t>Approaches to Literary Studies Within Digital Humanities</a:t>
            </a:r>
          </a:p>
        </p:txBody>
      </p:sp>
    </p:spTree>
    <p:extLst>
      <p:ext uri="{BB962C8B-B14F-4D97-AF65-F5344CB8AC3E}">
        <p14:creationId xmlns:p14="http://schemas.microsoft.com/office/powerpoint/2010/main" val="3627412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13911-5281-B9E7-BBB4-EEDFEBD54767}"/>
            </a:ext>
          </a:extLst>
        </p:cNvPr>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3408E964-A8B1-05E2-6938-2F085ADF11E3}"/>
              </a:ext>
            </a:extLst>
          </p:cNvPr>
          <p:cNvPicPr>
            <a:picLocks noGrp="1" noChangeAspect="1"/>
          </p:cNvPicPr>
          <p:nvPr>
            <p:ph type="pic" sz="quarter" idx="13"/>
          </p:nvPr>
        </p:nvPicPr>
        <p:blipFill>
          <a:blip r:embed="rId2"/>
          <a:srcRect t="3882" b="3882"/>
          <a:stretch>
            <a:fillRect/>
          </a:stretch>
        </p:blipFill>
        <p:spPr>
          <a:prstGeom prst="rect">
            <a:avLst/>
          </a:prstGeom>
          <a:solidFill>
            <a:srgbClr val="265BF7"/>
          </a:solidFill>
        </p:spPr>
      </p:pic>
      <p:sp>
        <p:nvSpPr>
          <p:cNvPr id="2" name="Title 1">
            <a:extLst>
              <a:ext uri="{FF2B5EF4-FFF2-40B4-BE49-F238E27FC236}">
                <a16:creationId xmlns:a16="http://schemas.microsoft.com/office/drawing/2014/main" id="{8552C14D-96E6-E344-F72E-16E5DDF24D6D}"/>
              </a:ext>
            </a:extLst>
          </p:cNvPr>
          <p:cNvSpPr>
            <a:spLocks noGrp="1"/>
          </p:cNvSpPr>
          <p:nvPr>
            <p:ph type="title"/>
          </p:nvPr>
        </p:nvSpPr>
        <p:spPr>
          <a:xfrm>
            <a:off x="4918873" y="951099"/>
            <a:ext cx="4133687" cy="426848"/>
          </a:xfrm>
        </p:spPr>
        <p:txBody>
          <a:bodyPr/>
          <a:lstStyle/>
          <a:p>
            <a:r>
              <a:rPr lang="en-US"/>
              <a:t>DH Literature Studies:</a:t>
            </a:r>
          </a:p>
        </p:txBody>
      </p:sp>
      <p:sp>
        <p:nvSpPr>
          <p:cNvPr id="3" name="Text Placeholder 2">
            <a:extLst>
              <a:ext uri="{FF2B5EF4-FFF2-40B4-BE49-F238E27FC236}">
                <a16:creationId xmlns:a16="http://schemas.microsoft.com/office/drawing/2014/main" id="{B0327C3D-0853-E794-41F1-564168852C4A}"/>
              </a:ext>
            </a:extLst>
          </p:cNvPr>
          <p:cNvSpPr>
            <a:spLocks noGrp="1"/>
          </p:cNvSpPr>
          <p:nvPr>
            <p:ph type="body" sz="quarter" idx="10"/>
          </p:nvPr>
        </p:nvSpPr>
        <p:spPr>
          <a:xfrm>
            <a:off x="4916501" y="1618611"/>
            <a:ext cx="4133687" cy="369332"/>
          </a:xfrm>
        </p:spPr>
        <p:txBody>
          <a:bodyPr/>
          <a:lstStyle/>
          <a:p>
            <a:r>
              <a:rPr lang="en-US"/>
              <a:t>the mind is a metaphor</a:t>
            </a:r>
          </a:p>
        </p:txBody>
      </p:sp>
      <p:sp>
        <p:nvSpPr>
          <p:cNvPr id="4" name="Text Placeholder 3">
            <a:extLst>
              <a:ext uri="{FF2B5EF4-FFF2-40B4-BE49-F238E27FC236}">
                <a16:creationId xmlns:a16="http://schemas.microsoft.com/office/drawing/2014/main" id="{D5429014-778F-7B73-A446-A279FE021200}"/>
              </a:ext>
            </a:extLst>
          </p:cNvPr>
          <p:cNvSpPr>
            <a:spLocks noGrp="1"/>
          </p:cNvSpPr>
          <p:nvPr>
            <p:ph type="body" sz="quarter" idx="12"/>
          </p:nvPr>
        </p:nvSpPr>
        <p:spPr>
          <a:xfrm>
            <a:off x="4918873" y="2066667"/>
            <a:ext cx="3483864" cy="1482585"/>
          </a:xfrm>
        </p:spPr>
        <p:txBody>
          <a:bodyPr/>
          <a:lstStyle/>
          <a:p>
            <a:r>
              <a:rPr lang="en-US"/>
              <a:t>”The Mind is a Metaphor” is a database of metaphors compiled by Brad </a:t>
            </a:r>
            <a:r>
              <a:rPr lang="en-US" err="1"/>
              <a:t>Pasanek</a:t>
            </a:r>
            <a:r>
              <a:rPr lang="en-US"/>
              <a:t> (University of Virginia) by using keyword searches in public domain digital texts.</a:t>
            </a:r>
          </a:p>
        </p:txBody>
      </p:sp>
      <p:sp>
        <p:nvSpPr>
          <p:cNvPr id="6" name="TextBox 5">
            <a:extLst>
              <a:ext uri="{FF2B5EF4-FFF2-40B4-BE49-F238E27FC236}">
                <a16:creationId xmlns:a16="http://schemas.microsoft.com/office/drawing/2014/main" id="{EEBE5E83-271B-2846-E66D-0E4978E72C58}"/>
              </a:ext>
            </a:extLst>
          </p:cNvPr>
          <p:cNvSpPr txBox="1"/>
          <p:nvPr/>
        </p:nvSpPr>
        <p:spPr>
          <a:xfrm>
            <a:off x="5145578" y="3931920"/>
            <a:ext cx="3257159" cy="584775"/>
          </a:xfrm>
          <a:prstGeom prst="rect">
            <a:avLst/>
          </a:prstGeom>
          <a:noFill/>
        </p:spPr>
        <p:txBody>
          <a:bodyPr wrap="square" rtlCol="0">
            <a:spAutoFit/>
          </a:bodyPr>
          <a:lstStyle/>
          <a:p>
            <a:r>
              <a:rPr lang="en-US" sz="1600">
                <a:hlinkClick r:id="rId3"/>
              </a:rPr>
              <a:t>The Mind is a Metaphor: Wayback Machine</a:t>
            </a:r>
            <a:endParaRPr lang="en-US" sz="1600"/>
          </a:p>
        </p:txBody>
      </p:sp>
    </p:spTree>
    <p:extLst>
      <p:ext uri="{BB962C8B-B14F-4D97-AF65-F5344CB8AC3E}">
        <p14:creationId xmlns:p14="http://schemas.microsoft.com/office/powerpoint/2010/main" val="242009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A0F50-60EE-7EC9-57F3-63D3B5AAB70C}"/>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C99844AD-8256-E284-D4D3-708EE4A2EA6E}"/>
              </a:ext>
            </a:extLst>
          </p:cNvPr>
          <p:cNvSpPr>
            <a:spLocks noGrp="1"/>
          </p:cNvSpPr>
          <p:nvPr>
            <p:ph type="title"/>
          </p:nvPr>
        </p:nvSpPr>
        <p:spPr/>
        <p:txBody>
          <a:bodyPr/>
          <a:lstStyle/>
          <a:p>
            <a:r>
              <a:rPr lang="en-US"/>
              <a:t>DH Literary Studies:</a:t>
            </a:r>
          </a:p>
        </p:txBody>
      </p:sp>
      <p:sp>
        <p:nvSpPr>
          <p:cNvPr id="18" name="Text Placeholder 17">
            <a:extLst>
              <a:ext uri="{FF2B5EF4-FFF2-40B4-BE49-F238E27FC236}">
                <a16:creationId xmlns:a16="http://schemas.microsoft.com/office/drawing/2014/main" id="{AC1C9EFD-A565-2818-8265-385770ED39D2}"/>
              </a:ext>
            </a:extLst>
          </p:cNvPr>
          <p:cNvSpPr>
            <a:spLocks noGrp="1"/>
          </p:cNvSpPr>
          <p:nvPr>
            <p:ph type="body" sz="quarter" idx="10"/>
          </p:nvPr>
        </p:nvSpPr>
        <p:spPr/>
        <p:txBody>
          <a:bodyPr/>
          <a:lstStyle/>
          <a:p>
            <a:r>
              <a:rPr lang="en-US"/>
              <a:t>collective biographies of women</a:t>
            </a:r>
          </a:p>
        </p:txBody>
      </p:sp>
      <p:sp>
        <p:nvSpPr>
          <p:cNvPr id="19" name="Text Placeholder 18">
            <a:extLst>
              <a:ext uri="{FF2B5EF4-FFF2-40B4-BE49-F238E27FC236}">
                <a16:creationId xmlns:a16="http://schemas.microsoft.com/office/drawing/2014/main" id="{65F47D53-570D-B4E9-AEA2-B27F7A898A2C}"/>
              </a:ext>
            </a:extLst>
          </p:cNvPr>
          <p:cNvSpPr>
            <a:spLocks noGrp="1"/>
          </p:cNvSpPr>
          <p:nvPr>
            <p:ph type="body" sz="quarter" idx="12"/>
          </p:nvPr>
        </p:nvSpPr>
        <p:spPr>
          <a:xfrm>
            <a:off x="585216" y="1545336"/>
            <a:ext cx="4197096" cy="1201867"/>
          </a:xfrm>
        </p:spPr>
        <p:txBody>
          <a:bodyPr/>
          <a:lstStyle/>
          <a:p>
            <a:r>
              <a:rPr lang="en-US"/>
              <a:t>The Collective Biographies of Women site is an analysis of the women covered in collections of women’s biographies in the 19</a:t>
            </a:r>
            <a:r>
              <a:rPr lang="en-US" baseline="30000"/>
              <a:t>th</a:t>
            </a:r>
            <a:r>
              <a:rPr lang="en-US"/>
              <a:t> century.</a:t>
            </a:r>
          </a:p>
        </p:txBody>
      </p:sp>
      <p:pic>
        <p:nvPicPr>
          <p:cNvPr id="3" name="Picture 2">
            <a:extLst>
              <a:ext uri="{FF2B5EF4-FFF2-40B4-BE49-F238E27FC236}">
                <a16:creationId xmlns:a16="http://schemas.microsoft.com/office/drawing/2014/main" id="{B7A4B7BE-4A6A-0ECC-77A6-A92F2FFE52DA}"/>
              </a:ext>
            </a:extLst>
          </p:cNvPr>
          <p:cNvPicPr>
            <a:picLocks noChangeAspect="1"/>
          </p:cNvPicPr>
          <p:nvPr/>
        </p:nvPicPr>
        <p:blipFill>
          <a:blip r:embed="rId3"/>
          <a:srcRect l="10882" t="2207" r="9766" b="1767"/>
          <a:stretch>
            <a:fillRect/>
          </a:stretch>
        </p:blipFill>
        <p:spPr>
          <a:xfrm>
            <a:off x="4998143" y="708868"/>
            <a:ext cx="3928596" cy="3725764"/>
          </a:xfrm>
          <a:prstGeom prst="rect">
            <a:avLst/>
          </a:prstGeom>
        </p:spPr>
      </p:pic>
      <p:sp>
        <p:nvSpPr>
          <p:cNvPr id="4" name="TextBox 3">
            <a:extLst>
              <a:ext uri="{FF2B5EF4-FFF2-40B4-BE49-F238E27FC236}">
                <a16:creationId xmlns:a16="http://schemas.microsoft.com/office/drawing/2014/main" id="{035DB7AC-9F03-3D6B-E357-AB21A4B5CFFD}"/>
              </a:ext>
            </a:extLst>
          </p:cNvPr>
          <p:cNvSpPr txBox="1"/>
          <p:nvPr/>
        </p:nvSpPr>
        <p:spPr>
          <a:xfrm>
            <a:off x="585216" y="4123831"/>
            <a:ext cx="4300174" cy="338554"/>
          </a:xfrm>
          <a:prstGeom prst="rect">
            <a:avLst/>
          </a:prstGeom>
          <a:noFill/>
        </p:spPr>
        <p:txBody>
          <a:bodyPr wrap="square" rtlCol="0">
            <a:spAutoFit/>
          </a:bodyPr>
          <a:lstStyle/>
          <a:p>
            <a:r>
              <a:rPr lang="en-US" sz="1600">
                <a:solidFill>
                  <a:schemeClr val="bg1"/>
                </a:solidFill>
                <a:hlinkClick r:id="rId4">
                  <a:extLst>
                    <a:ext uri="{A12FA001-AC4F-418D-AE19-62706E023703}">
                      <ahyp:hlinkClr xmlns:ahyp="http://schemas.microsoft.com/office/drawing/2018/hyperlinkcolor" val="tx"/>
                    </a:ext>
                  </a:extLst>
                </a:hlinkClick>
              </a:rPr>
              <a:t>https://</a:t>
            </a:r>
            <a:r>
              <a:rPr lang="en-US" sz="1600" err="1">
                <a:solidFill>
                  <a:schemeClr val="bg1"/>
                </a:solidFill>
                <a:hlinkClick r:id="rId4">
                  <a:extLst>
                    <a:ext uri="{A12FA001-AC4F-418D-AE19-62706E023703}">
                      <ahyp:hlinkClr xmlns:ahyp="http://schemas.microsoft.com/office/drawing/2018/hyperlinkcolor" val="tx"/>
                    </a:ext>
                  </a:extLst>
                </a:hlinkClick>
              </a:rPr>
              <a:t>womensbios.lib.virginia.edu</a:t>
            </a:r>
            <a:r>
              <a:rPr lang="en-US" sz="1600">
                <a:solidFill>
                  <a:schemeClr val="bg1"/>
                </a:solidFill>
                <a:hlinkClick r:id="rId4">
                  <a:extLst>
                    <a:ext uri="{A12FA001-AC4F-418D-AE19-62706E023703}">
                      <ahyp:hlinkClr xmlns:ahyp="http://schemas.microsoft.com/office/drawing/2018/hyperlinkcolor" val="tx"/>
                    </a:ext>
                  </a:extLst>
                </a:hlinkClick>
              </a:rPr>
              <a:t>/</a:t>
            </a:r>
            <a:r>
              <a:rPr lang="en-US" sz="1600" err="1">
                <a:solidFill>
                  <a:schemeClr val="bg1"/>
                </a:solidFill>
                <a:hlinkClick r:id="rId4">
                  <a:extLst>
                    <a:ext uri="{A12FA001-AC4F-418D-AE19-62706E023703}">
                      <ahyp:hlinkClr xmlns:ahyp="http://schemas.microsoft.com/office/drawing/2018/hyperlinkcolor" val="tx"/>
                    </a:ext>
                  </a:extLst>
                </a:hlinkClick>
              </a:rPr>
              <a:t>index.html</a:t>
            </a:r>
            <a:endParaRPr lang="en-US" sz="1600">
              <a:solidFill>
                <a:schemeClr val="bg1"/>
              </a:solidFill>
            </a:endParaRPr>
          </a:p>
        </p:txBody>
      </p:sp>
    </p:spTree>
    <p:extLst>
      <p:ext uri="{BB962C8B-B14F-4D97-AF65-F5344CB8AC3E}">
        <p14:creationId xmlns:p14="http://schemas.microsoft.com/office/powerpoint/2010/main" val="1450296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CD938-BB04-3178-FBD7-8246FAD44D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1E573F-06E9-037D-19F8-EA8CB17D8CBA}"/>
              </a:ext>
            </a:extLst>
          </p:cNvPr>
          <p:cNvSpPr>
            <a:spLocks noGrp="1"/>
          </p:cNvSpPr>
          <p:nvPr>
            <p:ph type="title"/>
          </p:nvPr>
        </p:nvSpPr>
        <p:spPr/>
        <p:txBody>
          <a:bodyPr/>
          <a:lstStyle/>
          <a:p>
            <a:r>
              <a:rPr lang="en-US"/>
              <a:t>DH Literary Studies:</a:t>
            </a:r>
          </a:p>
        </p:txBody>
      </p:sp>
      <p:sp>
        <p:nvSpPr>
          <p:cNvPr id="4" name="Text Placeholder 3">
            <a:extLst>
              <a:ext uri="{FF2B5EF4-FFF2-40B4-BE49-F238E27FC236}">
                <a16:creationId xmlns:a16="http://schemas.microsoft.com/office/drawing/2014/main" id="{B4CD29FE-C227-9A13-336F-CEEA1458EF33}"/>
              </a:ext>
            </a:extLst>
          </p:cNvPr>
          <p:cNvSpPr>
            <a:spLocks noGrp="1"/>
          </p:cNvSpPr>
          <p:nvPr>
            <p:ph type="body" sz="quarter" idx="11"/>
          </p:nvPr>
        </p:nvSpPr>
        <p:spPr/>
        <p:txBody>
          <a:bodyPr/>
          <a:lstStyle/>
          <a:p>
            <a:r>
              <a:rPr lang="en-US"/>
              <a:t>18</a:t>
            </a:r>
            <a:r>
              <a:rPr lang="en-US" baseline="30000"/>
              <a:t>th</a:t>
            </a:r>
            <a:r>
              <a:rPr lang="en-US"/>
              <a:t> connect</a:t>
            </a:r>
          </a:p>
        </p:txBody>
      </p:sp>
      <p:sp>
        <p:nvSpPr>
          <p:cNvPr id="5" name="Text Placeholder 4">
            <a:extLst>
              <a:ext uri="{FF2B5EF4-FFF2-40B4-BE49-F238E27FC236}">
                <a16:creationId xmlns:a16="http://schemas.microsoft.com/office/drawing/2014/main" id="{F993F2C1-EB92-0220-576F-1569946760BA}"/>
              </a:ext>
            </a:extLst>
          </p:cNvPr>
          <p:cNvSpPr>
            <a:spLocks noGrp="1"/>
          </p:cNvSpPr>
          <p:nvPr>
            <p:ph type="body" sz="quarter" idx="12"/>
          </p:nvPr>
        </p:nvSpPr>
        <p:spPr>
          <a:xfrm>
            <a:off x="612648" y="1545336"/>
            <a:ext cx="4197096" cy="1866537"/>
          </a:xfrm>
        </p:spPr>
        <p:txBody>
          <a:bodyPr/>
          <a:lstStyle/>
          <a:p>
            <a:r>
              <a:rPr lang="en-US"/>
              <a:t>18</a:t>
            </a:r>
            <a:r>
              <a:rPr lang="en-US" baseline="30000"/>
              <a:t>th</a:t>
            </a:r>
            <a:r>
              <a:rPr lang="en-US"/>
              <a:t> connect is a website produced by the center for DH research at Texas A&amp;M. It aggregates digital objects from 67 federated sites focused on the 18</a:t>
            </a:r>
            <a:r>
              <a:rPr lang="en-US" baseline="30000"/>
              <a:t>th</a:t>
            </a:r>
            <a:r>
              <a:rPr lang="en-US"/>
              <a:t> century UK. Importantly, it also peer-reviews digital products, permitting them to be submitted to meet promotion and tenure requirements.</a:t>
            </a:r>
          </a:p>
        </p:txBody>
      </p:sp>
      <p:pic>
        <p:nvPicPr>
          <p:cNvPr id="7" name="Picture Placeholder 6">
            <a:extLst>
              <a:ext uri="{FF2B5EF4-FFF2-40B4-BE49-F238E27FC236}">
                <a16:creationId xmlns:a16="http://schemas.microsoft.com/office/drawing/2014/main" id="{6F368714-9C34-5E92-4012-B203FFB32B32}"/>
              </a:ext>
            </a:extLst>
          </p:cNvPr>
          <p:cNvPicPr>
            <a:picLocks noGrp="1" noChangeAspect="1"/>
          </p:cNvPicPr>
          <p:nvPr>
            <p:ph type="pic" sz="quarter" idx="10"/>
          </p:nvPr>
        </p:nvPicPr>
        <p:blipFill>
          <a:blip r:embed="rId2"/>
          <a:srcRect l="13394" r="13394"/>
          <a:stretch>
            <a:fillRect/>
          </a:stretch>
        </p:blipFill>
        <p:spPr>
          <a:custGeom>
            <a:avLst/>
            <a:gdLst>
              <a:gd name="connsiteX0" fmla="*/ 2074063 w 4148126"/>
              <a:gd name="connsiteY0" fmla="*/ 0 h 4148126"/>
              <a:gd name="connsiteX1" fmla="*/ 3667748 w 4148126"/>
              <a:gd name="connsiteY1" fmla="*/ 390371 h 4148126"/>
              <a:gd name="connsiteX2" fmla="*/ 3845329 w 4148126"/>
              <a:gd name="connsiteY2" fmla="*/ 267844 h 4148126"/>
              <a:gd name="connsiteX3" fmla="*/ 3880346 w 4148126"/>
              <a:gd name="connsiteY3" fmla="*/ 302861 h 4148126"/>
              <a:gd name="connsiteX4" fmla="*/ 3757755 w 4148126"/>
              <a:gd name="connsiteY4" fmla="*/ 480378 h 4148126"/>
              <a:gd name="connsiteX5" fmla="*/ 4148126 w 4148126"/>
              <a:gd name="connsiteY5" fmla="*/ 2074063 h 4148126"/>
              <a:gd name="connsiteX6" fmla="*/ 3757755 w 4148126"/>
              <a:gd name="connsiteY6" fmla="*/ 3667748 h 4148126"/>
              <a:gd name="connsiteX7" fmla="*/ 3880346 w 4148126"/>
              <a:gd name="connsiteY7" fmla="*/ 3845329 h 4148126"/>
              <a:gd name="connsiteX8" fmla="*/ 3845329 w 4148126"/>
              <a:gd name="connsiteY8" fmla="*/ 3880346 h 4148126"/>
              <a:gd name="connsiteX9" fmla="*/ 3667748 w 4148126"/>
              <a:gd name="connsiteY9" fmla="*/ 3757755 h 4148126"/>
              <a:gd name="connsiteX10" fmla="*/ 2074063 w 4148126"/>
              <a:gd name="connsiteY10" fmla="*/ 4148126 h 4148126"/>
              <a:gd name="connsiteX11" fmla="*/ 480378 w 4148126"/>
              <a:gd name="connsiteY11" fmla="*/ 3757755 h 4148126"/>
              <a:gd name="connsiteX12" fmla="*/ 302861 w 4148126"/>
              <a:gd name="connsiteY12" fmla="*/ 3880346 h 4148126"/>
              <a:gd name="connsiteX13" fmla="*/ 267780 w 4148126"/>
              <a:gd name="connsiteY13" fmla="*/ 3845329 h 4148126"/>
              <a:gd name="connsiteX14" fmla="*/ 390371 w 4148126"/>
              <a:gd name="connsiteY14" fmla="*/ 3667748 h 4148126"/>
              <a:gd name="connsiteX15" fmla="*/ 0 w 4148126"/>
              <a:gd name="connsiteY15" fmla="*/ 2074063 h 4148126"/>
              <a:gd name="connsiteX16" fmla="*/ 390371 w 4148126"/>
              <a:gd name="connsiteY16" fmla="*/ 480378 h 4148126"/>
              <a:gd name="connsiteX17" fmla="*/ 267780 w 4148126"/>
              <a:gd name="connsiteY17" fmla="*/ 302861 h 4148126"/>
              <a:gd name="connsiteX18" fmla="*/ 302861 w 4148126"/>
              <a:gd name="connsiteY18" fmla="*/ 267844 h 4148126"/>
              <a:gd name="connsiteX19" fmla="*/ 480378 w 4148126"/>
              <a:gd name="connsiteY19" fmla="*/ 390371 h 4148126"/>
              <a:gd name="connsiteX20" fmla="*/ 2074063 w 4148126"/>
              <a:gd name="connsiteY20" fmla="*/ 0 h 414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48126" h="4148126">
                <a:moveTo>
                  <a:pt x="2074063" y="0"/>
                </a:moveTo>
                <a:cubicBezTo>
                  <a:pt x="2573006" y="521092"/>
                  <a:pt x="3156066" y="692528"/>
                  <a:pt x="3667748" y="390371"/>
                </a:cubicBezTo>
                <a:cubicBezTo>
                  <a:pt x="3720241" y="357851"/>
                  <a:pt x="3792836" y="310415"/>
                  <a:pt x="3845329" y="267844"/>
                </a:cubicBezTo>
                <a:lnTo>
                  <a:pt x="3880346" y="302861"/>
                </a:lnTo>
                <a:cubicBezTo>
                  <a:pt x="3837839" y="355418"/>
                  <a:pt x="3790275" y="427949"/>
                  <a:pt x="3757755" y="480378"/>
                </a:cubicBezTo>
                <a:cubicBezTo>
                  <a:pt x="3455598" y="992124"/>
                  <a:pt x="3627098" y="1575184"/>
                  <a:pt x="4148126" y="2074063"/>
                </a:cubicBezTo>
                <a:cubicBezTo>
                  <a:pt x="3627098" y="2573006"/>
                  <a:pt x="3455598" y="3156066"/>
                  <a:pt x="3757755" y="3667748"/>
                </a:cubicBezTo>
                <a:cubicBezTo>
                  <a:pt x="3790275" y="3720241"/>
                  <a:pt x="3837775" y="3792836"/>
                  <a:pt x="3880346" y="3845329"/>
                </a:cubicBezTo>
                <a:lnTo>
                  <a:pt x="3845329" y="3880346"/>
                </a:lnTo>
                <a:cubicBezTo>
                  <a:pt x="3792772" y="3837839"/>
                  <a:pt x="3720241" y="3790339"/>
                  <a:pt x="3667748" y="3757755"/>
                </a:cubicBezTo>
                <a:cubicBezTo>
                  <a:pt x="3156066" y="3455662"/>
                  <a:pt x="2573006" y="3627098"/>
                  <a:pt x="2074063" y="4148126"/>
                </a:cubicBezTo>
                <a:cubicBezTo>
                  <a:pt x="1575120" y="3627098"/>
                  <a:pt x="992060" y="3455598"/>
                  <a:pt x="480378" y="3757755"/>
                </a:cubicBezTo>
                <a:cubicBezTo>
                  <a:pt x="427885" y="3790275"/>
                  <a:pt x="355354" y="3837775"/>
                  <a:pt x="302861" y="3880346"/>
                </a:cubicBezTo>
                <a:lnTo>
                  <a:pt x="267780" y="3845329"/>
                </a:lnTo>
                <a:cubicBezTo>
                  <a:pt x="310287" y="3792772"/>
                  <a:pt x="357851" y="3720241"/>
                  <a:pt x="390371" y="3667748"/>
                </a:cubicBezTo>
                <a:cubicBezTo>
                  <a:pt x="692528" y="3156066"/>
                  <a:pt x="521092" y="2573006"/>
                  <a:pt x="0" y="2074063"/>
                </a:cubicBezTo>
                <a:cubicBezTo>
                  <a:pt x="521092" y="1575184"/>
                  <a:pt x="692528" y="992124"/>
                  <a:pt x="390371" y="480378"/>
                </a:cubicBezTo>
                <a:cubicBezTo>
                  <a:pt x="357851" y="427949"/>
                  <a:pt x="310415" y="355354"/>
                  <a:pt x="267780" y="302861"/>
                </a:cubicBezTo>
                <a:lnTo>
                  <a:pt x="302861" y="267844"/>
                </a:lnTo>
                <a:cubicBezTo>
                  <a:pt x="355418" y="310287"/>
                  <a:pt x="427949" y="357851"/>
                  <a:pt x="480378" y="390371"/>
                </a:cubicBezTo>
                <a:cubicBezTo>
                  <a:pt x="992124" y="692528"/>
                  <a:pt x="1575120" y="521092"/>
                  <a:pt x="2074063" y="0"/>
                </a:cubicBezTo>
                <a:close/>
              </a:path>
            </a:pathLst>
          </a:custGeom>
          <a:solidFill>
            <a:srgbClr val="265BF7"/>
          </a:solidFill>
        </p:spPr>
      </p:pic>
      <p:sp>
        <p:nvSpPr>
          <p:cNvPr id="8" name="TextBox 7">
            <a:extLst>
              <a:ext uri="{FF2B5EF4-FFF2-40B4-BE49-F238E27FC236}">
                <a16:creationId xmlns:a16="http://schemas.microsoft.com/office/drawing/2014/main" id="{F7CD41BD-F7BD-ABF2-DB28-4DBECD769306}"/>
              </a:ext>
            </a:extLst>
          </p:cNvPr>
          <p:cNvSpPr txBox="1"/>
          <p:nvPr/>
        </p:nvSpPr>
        <p:spPr>
          <a:xfrm>
            <a:off x="689550" y="3764253"/>
            <a:ext cx="3715789" cy="338554"/>
          </a:xfrm>
          <a:prstGeom prst="rect">
            <a:avLst/>
          </a:prstGeom>
          <a:noFill/>
        </p:spPr>
        <p:txBody>
          <a:bodyPr wrap="square" rtlCol="0">
            <a:spAutoFit/>
          </a:bodyPr>
          <a:lstStyle/>
          <a:p>
            <a:r>
              <a:rPr lang="en-US" sz="1600">
                <a:hlinkClick r:id="rId3"/>
              </a:rPr>
              <a:t>18th connect web archive</a:t>
            </a:r>
            <a:endParaRPr lang="en-US" sz="1600"/>
          </a:p>
        </p:txBody>
      </p:sp>
    </p:spTree>
    <p:extLst>
      <p:ext uri="{BB962C8B-B14F-4D97-AF65-F5344CB8AC3E}">
        <p14:creationId xmlns:p14="http://schemas.microsoft.com/office/powerpoint/2010/main" val="920798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81A94-6A03-E33A-2ED4-CF541C3D16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BA06A5-C785-0B42-9B5D-BB365E75E571}"/>
              </a:ext>
            </a:extLst>
          </p:cNvPr>
          <p:cNvSpPr>
            <a:spLocks noGrp="1"/>
          </p:cNvSpPr>
          <p:nvPr>
            <p:ph type="title"/>
          </p:nvPr>
        </p:nvSpPr>
        <p:spPr/>
        <p:txBody>
          <a:bodyPr/>
          <a:lstStyle/>
          <a:p>
            <a:r>
              <a:rPr lang="en-US"/>
              <a:t>”Humanities Computing” DH:</a:t>
            </a:r>
          </a:p>
        </p:txBody>
      </p:sp>
      <p:sp>
        <p:nvSpPr>
          <p:cNvPr id="4" name="Text Placeholder 3">
            <a:extLst>
              <a:ext uri="{FF2B5EF4-FFF2-40B4-BE49-F238E27FC236}">
                <a16:creationId xmlns:a16="http://schemas.microsoft.com/office/drawing/2014/main" id="{56B7FB56-70D5-31E0-48A4-F7B9561EC8AD}"/>
              </a:ext>
            </a:extLst>
          </p:cNvPr>
          <p:cNvSpPr>
            <a:spLocks noGrp="1"/>
          </p:cNvSpPr>
          <p:nvPr>
            <p:ph type="body" sz="quarter" idx="10"/>
          </p:nvPr>
        </p:nvSpPr>
        <p:spPr/>
        <p:txBody>
          <a:bodyPr/>
          <a:lstStyle/>
          <a:p>
            <a:r>
              <a:rPr lang="en-US"/>
              <a:t>A specific lineage of digital literary studies</a:t>
            </a:r>
          </a:p>
        </p:txBody>
      </p:sp>
    </p:spTree>
    <p:extLst>
      <p:ext uri="{BB962C8B-B14F-4D97-AF65-F5344CB8AC3E}">
        <p14:creationId xmlns:p14="http://schemas.microsoft.com/office/powerpoint/2010/main" val="3644242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7B56A-F412-F43F-EE04-5FD638A1A1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3EC8C9-62F2-D3B8-26B9-2990DF03C1EF}"/>
              </a:ext>
            </a:extLst>
          </p:cNvPr>
          <p:cNvSpPr>
            <a:spLocks noGrp="1"/>
          </p:cNvSpPr>
          <p:nvPr>
            <p:ph type="title"/>
          </p:nvPr>
        </p:nvSpPr>
        <p:spPr/>
        <p:txBody>
          <a:bodyPr/>
          <a:lstStyle/>
          <a:p>
            <a:r>
              <a:rPr lang="en-US"/>
              <a:t>Origins of Humanities Computing</a:t>
            </a:r>
          </a:p>
        </p:txBody>
      </p:sp>
      <p:sp>
        <p:nvSpPr>
          <p:cNvPr id="3" name="Text Placeholder 2">
            <a:extLst>
              <a:ext uri="{FF2B5EF4-FFF2-40B4-BE49-F238E27FC236}">
                <a16:creationId xmlns:a16="http://schemas.microsoft.com/office/drawing/2014/main" id="{80AE8270-92C8-E8D3-B64D-1781A26B4F66}"/>
              </a:ext>
            </a:extLst>
          </p:cNvPr>
          <p:cNvSpPr>
            <a:spLocks noGrp="1"/>
          </p:cNvSpPr>
          <p:nvPr>
            <p:ph type="body" sz="quarter" idx="10"/>
          </p:nvPr>
        </p:nvSpPr>
        <p:spPr/>
        <p:txBody>
          <a:bodyPr/>
          <a:lstStyle/>
          <a:p>
            <a:r>
              <a:rPr lang="en-US"/>
              <a:t>Post world war II</a:t>
            </a:r>
          </a:p>
        </p:txBody>
      </p:sp>
      <p:sp>
        <p:nvSpPr>
          <p:cNvPr id="4" name="Text Placeholder 3">
            <a:extLst>
              <a:ext uri="{FF2B5EF4-FFF2-40B4-BE49-F238E27FC236}">
                <a16:creationId xmlns:a16="http://schemas.microsoft.com/office/drawing/2014/main" id="{A590980A-1382-849B-05B1-01A253E70D50}"/>
              </a:ext>
            </a:extLst>
          </p:cNvPr>
          <p:cNvSpPr>
            <a:spLocks noGrp="1"/>
          </p:cNvSpPr>
          <p:nvPr>
            <p:ph type="body" sz="quarter" idx="12"/>
          </p:nvPr>
        </p:nvSpPr>
        <p:spPr/>
        <p:txBody>
          <a:bodyPr/>
          <a:lstStyle/>
          <a:p>
            <a:r>
              <a:rPr lang="en-US"/>
              <a:t>Effort to use computers to solve problems:</a:t>
            </a:r>
          </a:p>
        </p:txBody>
      </p:sp>
      <p:pic>
        <p:nvPicPr>
          <p:cNvPr id="18" name="Picture Placeholder 17">
            <a:extLst>
              <a:ext uri="{FF2B5EF4-FFF2-40B4-BE49-F238E27FC236}">
                <a16:creationId xmlns:a16="http://schemas.microsoft.com/office/drawing/2014/main" id="{FF7D2599-0D6C-A6D1-9703-B9266C87FA5B}"/>
              </a:ext>
            </a:extLst>
          </p:cNvPr>
          <p:cNvPicPr>
            <a:picLocks noGrp="1" noChangeAspect="1"/>
          </p:cNvPicPr>
          <p:nvPr>
            <p:ph type="pic" sz="quarter" idx="13"/>
          </p:nvPr>
        </p:nvPicPr>
        <p:blipFill>
          <a:blip r:embed="rId3"/>
          <a:srcRect l="14209" r="14209"/>
          <a:stretch>
            <a:fillRect/>
          </a:stretch>
        </p:blipFill>
        <p:spPr>
          <a:prstGeom prst="rect">
            <a:avLst/>
          </a:prstGeom>
        </p:spPr>
      </p:pic>
      <p:sp>
        <p:nvSpPr>
          <p:cNvPr id="9" name="Text Placeholder 8">
            <a:extLst>
              <a:ext uri="{FF2B5EF4-FFF2-40B4-BE49-F238E27FC236}">
                <a16:creationId xmlns:a16="http://schemas.microsoft.com/office/drawing/2014/main" id="{6A755ABE-D7E0-E9A1-15F2-5B687D56DC20}"/>
              </a:ext>
            </a:extLst>
          </p:cNvPr>
          <p:cNvSpPr>
            <a:spLocks noGrp="1"/>
          </p:cNvSpPr>
          <p:nvPr>
            <p:ph type="body" sz="quarter" idx="17"/>
          </p:nvPr>
        </p:nvSpPr>
        <p:spPr/>
        <p:txBody>
          <a:bodyPr>
            <a:normAutofit fontScale="70000" lnSpcReduction="20000"/>
          </a:bodyPr>
          <a:lstStyle/>
          <a:p>
            <a:r>
              <a:rPr lang="en-US"/>
              <a:t>Word Frequency</a:t>
            </a:r>
          </a:p>
        </p:txBody>
      </p:sp>
      <p:sp>
        <p:nvSpPr>
          <p:cNvPr id="13" name="Text Placeholder 12">
            <a:extLst>
              <a:ext uri="{FF2B5EF4-FFF2-40B4-BE49-F238E27FC236}">
                <a16:creationId xmlns:a16="http://schemas.microsoft.com/office/drawing/2014/main" id="{8242B636-FE27-397B-5090-DF24BE5E4C6D}"/>
              </a:ext>
            </a:extLst>
          </p:cNvPr>
          <p:cNvSpPr>
            <a:spLocks noGrp="1"/>
          </p:cNvSpPr>
          <p:nvPr>
            <p:ph type="body" sz="quarter" idx="21"/>
          </p:nvPr>
        </p:nvSpPr>
        <p:spPr/>
        <p:txBody>
          <a:bodyPr/>
          <a:lstStyle/>
          <a:p>
            <a:r>
              <a:rPr lang="en-US"/>
              <a:t>Identify the frequency of words in a text</a:t>
            </a:r>
          </a:p>
        </p:txBody>
      </p:sp>
      <p:pic>
        <p:nvPicPr>
          <p:cNvPr id="20" name="Picture Placeholder 19">
            <a:extLst>
              <a:ext uri="{FF2B5EF4-FFF2-40B4-BE49-F238E27FC236}">
                <a16:creationId xmlns:a16="http://schemas.microsoft.com/office/drawing/2014/main" id="{6CB05C9D-A5A3-AC4E-85D9-9E156ACF2A2F}"/>
              </a:ext>
            </a:extLst>
          </p:cNvPr>
          <p:cNvPicPr>
            <a:picLocks noGrp="1" noChangeAspect="1"/>
          </p:cNvPicPr>
          <p:nvPr>
            <p:ph type="pic" sz="quarter" idx="14"/>
          </p:nvPr>
        </p:nvPicPr>
        <p:blipFill>
          <a:blip r:embed="rId4"/>
          <a:srcRect t="12747" b="12747"/>
          <a:stretch>
            <a:fillRect/>
          </a:stretch>
        </p:blipFill>
        <p:spPr>
          <a:prstGeom prst="rect">
            <a:avLst/>
          </a:prstGeom>
        </p:spPr>
      </p:pic>
      <p:sp>
        <p:nvSpPr>
          <p:cNvPr id="10" name="Text Placeholder 9">
            <a:extLst>
              <a:ext uri="{FF2B5EF4-FFF2-40B4-BE49-F238E27FC236}">
                <a16:creationId xmlns:a16="http://schemas.microsoft.com/office/drawing/2014/main" id="{8306759C-ED1D-8E5D-6CF6-E599AD103125}"/>
              </a:ext>
            </a:extLst>
          </p:cNvPr>
          <p:cNvSpPr>
            <a:spLocks noGrp="1"/>
          </p:cNvSpPr>
          <p:nvPr>
            <p:ph type="body" sz="quarter" idx="18"/>
          </p:nvPr>
        </p:nvSpPr>
        <p:spPr/>
        <p:txBody>
          <a:bodyPr>
            <a:normAutofit fontScale="85000" lnSpcReduction="10000"/>
          </a:bodyPr>
          <a:lstStyle/>
          <a:p>
            <a:r>
              <a:rPr lang="en-US"/>
              <a:t>Concordance</a:t>
            </a:r>
          </a:p>
        </p:txBody>
      </p:sp>
      <p:sp>
        <p:nvSpPr>
          <p:cNvPr id="14" name="Text Placeholder 13">
            <a:extLst>
              <a:ext uri="{FF2B5EF4-FFF2-40B4-BE49-F238E27FC236}">
                <a16:creationId xmlns:a16="http://schemas.microsoft.com/office/drawing/2014/main" id="{828243EF-A802-817A-7FC1-A7EDA9F1964E}"/>
              </a:ext>
            </a:extLst>
          </p:cNvPr>
          <p:cNvSpPr>
            <a:spLocks noGrp="1"/>
          </p:cNvSpPr>
          <p:nvPr>
            <p:ph type="body" sz="quarter" idx="22"/>
          </p:nvPr>
        </p:nvSpPr>
        <p:spPr/>
        <p:txBody>
          <a:bodyPr>
            <a:normAutofit fontScale="92500" lnSpcReduction="20000"/>
          </a:bodyPr>
          <a:lstStyle/>
          <a:p>
            <a:r>
              <a:rPr lang="en-US"/>
              <a:t>An alphabetical list of the principal words in a text </a:t>
            </a:r>
          </a:p>
        </p:txBody>
      </p:sp>
      <p:pic>
        <p:nvPicPr>
          <p:cNvPr id="22" name="Picture Placeholder 21">
            <a:extLst>
              <a:ext uri="{FF2B5EF4-FFF2-40B4-BE49-F238E27FC236}">
                <a16:creationId xmlns:a16="http://schemas.microsoft.com/office/drawing/2014/main" id="{1549C11B-7762-E13A-CB2E-6E693CB6423C}"/>
              </a:ext>
            </a:extLst>
          </p:cNvPr>
          <p:cNvPicPr>
            <a:picLocks noGrp="1" noChangeAspect="1"/>
          </p:cNvPicPr>
          <p:nvPr>
            <p:ph type="pic" sz="quarter" idx="15"/>
          </p:nvPr>
        </p:nvPicPr>
        <p:blipFill>
          <a:blip r:embed="rId5"/>
          <a:srcRect l="21269" r="21269"/>
          <a:stretch>
            <a:fillRect/>
          </a:stretch>
        </p:blipFill>
        <p:spPr>
          <a:prstGeom prst="rect">
            <a:avLst/>
          </a:prstGeom>
        </p:spPr>
      </p:pic>
      <p:sp>
        <p:nvSpPr>
          <p:cNvPr id="11" name="Text Placeholder 10">
            <a:extLst>
              <a:ext uri="{FF2B5EF4-FFF2-40B4-BE49-F238E27FC236}">
                <a16:creationId xmlns:a16="http://schemas.microsoft.com/office/drawing/2014/main" id="{FC41CCBD-4FB6-B81E-6DC4-9B35347EA381}"/>
              </a:ext>
            </a:extLst>
          </p:cNvPr>
          <p:cNvSpPr>
            <a:spLocks noGrp="1"/>
          </p:cNvSpPr>
          <p:nvPr>
            <p:ph type="body" sz="quarter" idx="19"/>
          </p:nvPr>
        </p:nvSpPr>
        <p:spPr/>
        <p:txBody>
          <a:bodyPr>
            <a:normAutofit lnSpcReduction="10000"/>
          </a:bodyPr>
          <a:lstStyle/>
          <a:p>
            <a:r>
              <a:rPr lang="en-US"/>
              <a:t>KWIC</a:t>
            </a:r>
          </a:p>
        </p:txBody>
      </p:sp>
      <p:sp>
        <p:nvSpPr>
          <p:cNvPr id="15" name="Text Placeholder 14">
            <a:extLst>
              <a:ext uri="{FF2B5EF4-FFF2-40B4-BE49-F238E27FC236}">
                <a16:creationId xmlns:a16="http://schemas.microsoft.com/office/drawing/2014/main" id="{9C4B417B-68D3-3063-C184-57234E4947CB}"/>
              </a:ext>
            </a:extLst>
          </p:cNvPr>
          <p:cNvSpPr>
            <a:spLocks noGrp="1"/>
          </p:cNvSpPr>
          <p:nvPr>
            <p:ph type="body" sz="quarter" idx="23"/>
          </p:nvPr>
        </p:nvSpPr>
        <p:spPr/>
        <p:txBody>
          <a:bodyPr>
            <a:normAutofit fontScale="92500"/>
          </a:bodyPr>
          <a:lstStyle/>
          <a:p>
            <a:r>
              <a:rPr lang="en-US"/>
              <a:t>Keyword in Context format for concordance</a:t>
            </a:r>
          </a:p>
        </p:txBody>
      </p:sp>
      <p:sp>
        <p:nvSpPr>
          <p:cNvPr id="25" name="TextBox 24">
            <a:extLst>
              <a:ext uri="{FF2B5EF4-FFF2-40B4-BE49-F238E27FC236}">
                <a16:creationId xmlns:a16="http://schemas.microsoft.com/office/drawing/2014/main" id="{D34FA441-7E67-8D30-E463-E388B8D60CA1}"/>
              </a:ext>
            </a:extLst>
          </p:cNvPr>
          <p:cNvSpPr txBox="1"/>
          <p:nvPr/>
        </p:nvSpPr>
        <p:spPr>
          <a:xfrm>
            <a:off x="1571253" y="4445877"/>
            <a:ext cx="5760720" cy="553998"/>
          </a:xfrm>
          <a:prstGeom prst="rect">
            <a:avLst/>
          </a:prstGeom>
          <a:noFill/>
        </p:spPr>
        <p:txBody>
          <a:bodyPr wrap="square" rtlCol="0">
            <a:spAutoFit/>
          </a:bodyPr>
          <a:lstStyle/>
          <a:p>
            <a:r>
              <a:rPr lang="en-US" sz="1000"/>
              <a:t>Illustrations: Word Frequency, Eichmann-</a:t>
            </a:r>
            <a:r>
              <a:rPr lang="en-US" sz="1000" err="1"/>
              <a:t>Kalwara</a:t>
            </a:r>
            <a:r>
              <a:rPr lang="en-US" sz="1000"/>
              <a:t> and Ranganath 2022; Concordance: Hatch and Redpath 1897, https://en.wikipedia.org/wiki/Bible_concordance#/media/File:HatchRedpath2-23psi-1486.png; KWIC: public domain, https://</a:t>
            </a:r>
            <a:r>
              <a:rPr lang="en-US" sz="1000" err="1"/>
              <a:t>commons.wikimedia.org</a:t>
            </a:r>
            <a:r>
              <a:rPr lang="en-US" sz="1000"/>
              <a:t>/wiki/</a:t>
            </a:r>
            <a:r>
              <a:rPr lang="en-US" sz="1000" err="1"/>
              <a:t>File:KWIC.png</a:t>
            </a:r>
            <a:endParaRPr lang="en-US" sz="1000"/>
          </a:p>
        </p:txBody>
      </p:sp>
    </p:spTree>
    <p:extLst>
      <p:ext uri="{BB962C8B-B14F-4D97-AF65-F5344CB8AC3E}">
        <p14:creationId xmlns:p14="http://schemas.microsoft.com/office/powerpoint/2010/main" val="1279678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76BCA-0453-0648-334E-84706B2F2B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C8558B-8D1A-CB4A-FF4B-0D7D7ED69949}"/>
              </a:ext>
            </a:extLst>
          </p:cNvPr>
          <p:cNvSpPr>
            <a:spLocks noGrp="1"/>
          </p:cNvSpPr>
          <p:nvPr>
            <p:ph type="title"/>
          </p:nvPr>
        </p:nvSpPr>
        <p:spPr/>
        <p:txBody>
          <a:bodyPr/>
          <a:lstStyle/>
          <a:p>
            <a:r>
              <a:rPr lang="en-US"/>
              <a:t>Humanities Computing History</a:t>
            </a:r>
          </a:p>
        </p:txBody>
      </p:sp>
      <p:sp>
        <p:nvSpPr>
          <p:cNvPr id="3" name="Text Placeholder 2">
            <a:extLst>
              <a:ext uri="{FF2B5EF4-FFF2-40B4-BE49-F238E27FC236}">
                <a16:creationId xmlns:a16="http://schemas.microsoft.com/office/drawing/2014/main" id="{02AB9DFF-BEA6-D843-9B45-F71FCDE639F8}"/>
              </a:ext>
            </a:extLst>
          </p:cNvPr>
          <p:cNvSpPr>
            <a:spLocks noGrp="1"/>
          </p:cNvSpPr>
          <p:nvPr>
            <p:ph type="body" sz="quarter" idx="10"/>
          </p:nvPr>
        </p:nvSpPr>
        <p:spPr/>
        <p:txBody>
          <a:bodyPr/>
          <a:lstStyle/>
          <a:p>
            <a:r>
              <a:rPr lang="en-US"/>
              <a:t>1960-2000</a:t>
            </a:r>
          </a:p>
        </p:txBody>
      </p:sp>
      <p:sp>
        <p:nvSpPr>
          <p:cNvPr id="4" name="Text Placeholder 3">
            <a:extLst>
              <a:ext uri="{FF2B5EF4-FFF2-40B4-BE49-F238E27FC236}">
                <a16:creationId xmlns:a16="http://schemas.microsoft.com/office/drawing/2014/main" id="{B72DAB50-B76F-590E-E0E3-E8E4E9B8B261}"/>
              </a:ext>
            </a:extLst>
          </p:cNvPr>
          <p:cNvSpPr>
            <a:spLocks noGrp="1"/>
          </p:cNvSpPr>
          <p:nvPr>
            <p:ph type="body" sz="quarter" idx="12"/>
          </p:nvPr>
        </p:nvSpPr>
        <p:spPr>
          <a:xfrm>
            <a:off x="585215" y="1545336"/>
            <a:ext cx="7719199" cy="3094180"/>
          </a:xfrm>
        </p:spPr>
        <p:txBody>
          <a:bodyPr/>
          <a:lstStyle/>
          <a:p>
            <a:pPr marL="285750" indent="-285750">
              <a:buFont typeface="Arial" panose="020B0604020202020204" pitchFamily="34" charset="0"/>
              <a:buChar char="•"/>
            </a:pPr>
            <a:r>
              <a:rPr lang="en-US"/>
              <a:t>1963: Center for Literary and Linguistic Computing, Cambridge</a:t>
            </a:r>
          </a:p>
          <a:p>
            <a:pPr marL="285750" indent="-285750">
              <a:buFont typeface="Arial" panose="020B0604020202020204" pitchFamily="34" charset="0"/>
              <a:buChar char="•"/>
            </a:pPr>
            <a:r>
              <a:rPr lang="en-US"/>
              <a:t>1964: IBM organizes Literary Data Processing Conference</a:t>
            </a:r>
          </a:p>
          <a:p>
            <a:pPr marL="285750" indent="-285750">
              <a:buFont typeface="Arial" panose="020B0604020202020204" pitchFamily="34" charset="0"/>
              <a:buChar char="•"/>
            </a:pPr>
            <a:r>
              <a:rPr lang="en-US"/>
              <a:t>1966: </a:t>
            </a:r>
            <a:r>
              <a:rPr lang="en-US" i="1"/>
              <a:t>Computers and the Humanities</a:t>
            </a:r>
            <a:r>
              <a:rPr lang="en-US"/>
              <a:t> journal founded</a:t>
            </a:r>
          </a:p>
          <a:p>
            <a:pPr marL="285750" indent="-285750">
              <a:buFont typeface="Arial" panose="020B0604020202020204" pitchFamily="34" charset="0"/>
              <a:buChar char="•"/>
            </a:pPr>
            <a:r>
              <a:rPr lang="en-US"/>
              <a:t>1970: First meeting of later Association for Literary and Linguistic Computing / Association for Computers and the Humanities (ALLC/ACH) conference</a:t>
            </a:r>
          </a:p>
          <a:p>
            <a:pPr marL="285750" indent="-285750">
              <a:buFont typeface="Arial" panose="020B0604020202020204" pitchFamily="34" charset="0"/>
              <a:buChar char="•"/>
            </a:pPr>
            <a:r>
              <a:rPr lang="en-US"/>
              <a:t>1986: </a:t>
            </a:r>
            <a:r>
              <a:rPr lang="en-US" i="1"/>
              <a:t>Literary and Linguistic Computing</a:t>
            </a:r>
            <a:r>
              <a:rPr lang="en-US"/>
              <a:t> journal founded</a:t>
            </a:r>
          </a:p>
          <a:p>
            <a:pPr marL="285750" indent="-285750">
              <a:buFont typeface="Arial" panose="020B0604020202020204" pitchFamily="34" charset="0"/>
              <a:buChar char="•"/>
            </a:pPr>
            <a:r>
              <a:rPr lang="en-US"/>
              <a:t>1987: </a:t>
            </a:r>
            <a:r>
              <a:rPr lang="en-US" i="1"/>
              <a:t>Humanist</a:t>
            </a:r>
            <a:r>
              <a:rPr lang="en-US"/>
              <a:t> email listserv founded</a:t>
            </a:r>
          </a:p>
          <a:p>
            <a:pPr marL="285750" indent="-285750">
              <a:buFont typeface="Arial" panose="020B0604020202020204" pitchFamily="34" charset="0"/>
              <a:buChar char="•"/>
            </a:pPr>
            <a:r>
              <a:rPr lang="en-US"/>
              <a:t>1994: </a:t>
            </a:r>
            <a:r>
              <a:rPr lang="en-US" i="1"/>
              <a:t>Guidelines for Electronic Text Encoding and Interchange</a:t>
            </a:r>
            <a:r>
              <a:rPr lang="en-US"/>
              <a:t> published (TEI)</a:t>
            </a:r>
          </a:p>
        </p:txBody>
      </p:sp>
    </p:spTree>
    <p:extLst>
      <p:ext uri="{BB962C8B-B14F-4D97-AF65-F5344CB8AC3E}">
        <p14:creationId xmlns:p14="http://schemas.microsoft.com/office/powerpoint/2010/main" val="2580499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94F38-BB9E-6FA5-5876-583C6B8E5A24}"/>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D73F4DF5-9A81-596C-D177-0F8E47A275AE}"/>
              </a:ext>
            </a:extLst>
          </p:cNvPr>
          <p:cNvSpPr>
            <a:spLocks noGrp="1"/>
          </p:cNvSpPr>
          <p:nvPr>
            <p:ph type="title"/>
          </p:nvPr>
        </p:nvSpPr>
        <p:spPr>
          <a:xfrm>
            <a:off x="585216" y="399011"/>
            <a:ext cx="7503068" cy="460525"/>
          </a:xfrm>
        </p:spPr>
        <p:txBody>
          <a:bodyPr/>
          <a:lstStyle/>
          <a:p>
            <a:r>
              <a:rPr lang="en-US"/>
              <a:t>Humanities Computing becomes Digital Humanities</a:t>
            </a:r>
          </a:p>
        </p:txBody>
      </p:sp>
      <p:sp>
        <p:nvSpPr>
          <p:cNvPr id="18" name="Text Placeholder 17">
            <a:extLst>
              <a:ext uri="{FF2B5EF4-FFF2-40B4-BE49-F238E27FC236}">
                <a16:creationId xmlns:a16="http://schemas.microsoft.com/office/drawing/2014/main" id="{C34A2C26-1633-3C1E-AF82-4641BCE09765}"/>
              </a:ext>
            </a:extLst>
          </p:cNvPr>
          <p:cNvSpPr>
            <a:spLocks noGrp="1"/>
          </p:cNvSpPr>
          <p:nvPr>
            <p:ph type="body" sz="quarter" idx="10"/>
          </p:nvPr>
        </p:nvSpPr>
        <p:spPr/>
        <p:txBody>
          <a:bodyPr/>
          <a:lstStyle/>
          <a:p>
            <a:r>
              <a:rPr lang="en-US"/>
              <a:t>2000-2010</a:t>
            </a:r>
          </a:p>
        </p:txBody>
      </p:sp>
      <p:sp>
        <p:nvSpPr>
          <p:cNvPr id="19" name="Text Placeholder 18">
            <a:extLst>
              <a:ext uri="{FF2B5EF4-FFF2-40B4-BE49-F238E27FC236}">
                <a16:creationId xmlns:a16="http://schemas.microsoft.com/office/drawing/2014/main" id="{85A589FC-E3AC-ECAB-4535-5E16B5E9FD8F}"/>
              </a:ext>
            </a:extLst>
          </p:cNvPr>
          <p:cNvSpPr>
            <a:spLocks noGrp="1"/>
          </p:cNvSpPr>
          <p:nvPr>
            <p:ph type="body" sz="quarter" idx="12"/>
          </p:nvPr>
        </p:nvSpPr>
        <p:spPr>
          <a:xfrm>
            <a:off x="585215" y="1545336"/>
            <a:ext cx="6646857" cy="3118418"/>
          </a:xfrm>
        </p:spPr>
        <p:txBody>
          <a:bodyPr/>
          <a:lstStyle/>
          <a:p>
            <a:pPr marL="285750" indent="-285750">
              <a:buFont typeface="Arial" panose="020B0604020202020204" pitchFamily="34" charset="0"/>
              <a:buChar char="•"/>
            </a:pPr>
            <a:r>
              <a:rPr lang="en-US"/>
              <a:t>2004: Blackwell’s </a:t>
            </a:r>
            <a:r>
              <a:rPr lang="en-US" i="1"/>
              <a:t>Companion to Digital Humanities</a:t>
            </a:r>
            <a:r>
              <a:rPr lang="en-US"/>
              <a:t> published</a:t>
            </a:r>
          </a:p>
          <a:p>
            <a:pPr marL="285750" indent="-285750">
              <a:buFont typeface="Arial" panose="020B0604020202020204" pitchFamily="34" charset="0"/>
              <a:buChar char="•"/>
            </a:pPr>
            <a:r>
              <a:rPr lang="en-US"/>
              <a:t>2005: Alliance of Digital Humanities Organizations (ADHO) founded</a:t>
            </a:r>
          </a:p>
          <a:p>
            <a:pPr marL="285750" indent="-285750">
              <a:buFont typeface="Arial" panose="020B0604020202020204" pitchFamily="34" charset="0"/>
              <a:buChar char="•"/>
            </a:pPr>
            <a:r>
              <a:rPr lang="en-US"/>
              <a:t>2005: </a:t>
            </a:r>
            <a:r>
              <a:rPr lang="en-US" i="1"/>
              <a:t>Computers and the Humanities</a:t>
            </a:r>
            <a:r>
              <a:rPr lang="en-US"/>
              <a:t> journal renamed, and </a:t>
            </a:r>
            <a:r>
              <a:rPr lang="en-US" i="1"/>
              <a:t>LLC</a:t>
            </a:r>
            <a:r>
              <a:rPr lang="en-US"/>
              <a:t> becomes main humanities computing journal</a:t>
            </a:r>
          </a:p>
          <a:p>
            <a:pPr marL="285750" indent="-285750">
              <a:buFont typeface="Arial" panose="020B0604020202020204" pitchFamily="34" charset="0"/>
              <a:buChar char="•"/>
            </a:pPr>
            <a:r>
              <a:rPr lang="en-US"/>
              <a:t>2007 </a:t>
            </a:r>
            <a:r>
              <a:rPr lang="en-US" i="1"/>
              <a:t>Digital Humanities Quarterly</a:t>
            </a:r>
            <a:r>
              <a:rPr lang="en-US"/>
              <a:t> begins publication</a:t>
            </a:r>
          </a:p>
          <a:p>
            <a:pPr marL="285750" indent="-285750">
              <a:buFont typeface="Arial" panose="020B0604020202020204" pitchFamily="34" charset="0"/>
              <a:buChar char="•"/>
            </a:pPr>
            <a:r>
              <a:rPr lang="en-US"/>
              <a:t>2009: Svensson argues “renaming of humanities computing as digital humanities carries with it a set of epistemic commitments that are not necessarily compatible with a broad and inclusive notion of the digital humanities.”</a:t>
            </a:r>
          </a:p>
        </p:txBody>
      </p:sp>
    </p:spTree>
    <p:extLst>
      <p:ext uri="{BB962C8B-B14F-4D97-AF65-F5344CB8AC3E}">
        <p14:creationId xmlns:p14="http://schemas.microsoft.com/office/powerpoint/2010/main" val="17616156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E8BB98-96FE-AFE0-6C06-2645CA8B1A9B}"/>
              </a:ext>
            </a:extLst>
          </p:cNvPr>
          <p:cNvSpPr>
            <a:spLocks noGrp="1"/>
          </p:cNvSpPr>
          <p:nvPr>
            <p:ph type="title"/>
          </p:nvPr>
        </p:nvSpPr>
        <p:spPr/>
        <p:txBody>
          <a:bodyPr/>
          <a:lstStyle/>
          <a:p>
            <a:r>
              <a:rPr lang="en-US"/>
              <a:t>Example:</a:t>
            </a:r>
          </a:p>
        </p:txBody>
      </p:sp>
      <p:sp>
        <p:nvSpPr>
          <p:cNvPr id="3" name="Text Placeholder 2">
            <a:extLst>
              <a:ext uri="{FF2B5EF4-FFF2-40B4-BE49-F238E27FC236}">
                <a16:creationId xmlns:a16="http://schemas.microsoft.com/office/drawing/2014/main" id="{E6EE2B1E-E998-1F2A-B70F-B33387806F08}"/>
              </a:ext>
            </a:extLst>
          </p:cNvPr>
          <p:cNvSpPr>
            <a:spLocks noGrp="1"/>
          </p:cNvSpPr>
          <p:nvPr>
            <p:ph type="body" sz="quarter" idx="10"/>
          </p:nvPr>
        </p:nvSpPr>
        <p:spPr/>
        <p:txBody>
          <a:bodyPr/>
          <a:lstStyle/>
          <a:p>
            <a:r>
              <a:rPr lang="en-US"/>
              <a:t>The Stanford Literary Lab and David McClure</a:t>
            </a:r>
          </a:p>
        </p:txBody>
      </p:sp>
    </p:spTree>
    <p:extLst>
      <p:ext uri="{BB962C8B-B14F-4D97-AF65-F5344CB8AC3E}">
        <p14:creationId xmlns:p14="http://schemas.microsoft.com/office/powerpoint/2010/main" val="101567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94BDE-184F-9B9D-0031-A8E851C50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08BF6-4B4A-F613-0FF7-DCF3FB38548B}"/>
              </a:ext>
            </a:extLst>
          </p:cNvPr>
          <p:cNvSpPr>
            <a:spLocks noGrp="1"/>
          </p:cNvSpPr>
          <p:nvPr>
            <p:ph type="title"/>
          </p:nvPr>
        </p:nvSpPr>
        <p:spPr/>
        <p:txBody>
          <a:bodyPr/>
          <a:lstStyle/>
          <a:p>
            <a:r>
              <a:rPr lang="en-US"/>
              <a:t>Stanford Literary Lab</a:t>
            </a:r>
          </a:p>
        </p:txBody>
      </p:sp>
      <p:sp>
        <p:nvSpPr>
          <p:cNvPr id="3" name="Text Placeholder 2">
            <a:extLst>
              <a:ext uri="{FF2B5EF4-FFF2-40B4-BE49-F238E27FC236}">
                <a16:creationId xmlns:a16="http://schemas.microsoft.com/office/drawing/2014/main" id="{A99D730B-0296-811D-1C13-7AD48E0A6628}"/>
              </a:ext>
            </a:extLst>
          </p:cNvPr>
          <p:cNvSpPr>
            <a:spLocks noGrp="1"/>
          </p:cNvSpPr>
          <p:nvPr>
            <p:ph type="body" sz="quarter" idx="10"/>
          </p:nvPr>
        </p:nvSpPr>
        <p:spPr/>
        <p:txBody>
          <a:bodyPr/>
          <a:lstStyle/>
          <a:p>
            <a:r>
              <a:rPr lang="en-US"/>
              <a:t>Founded 2010</a:t>
            </a:r>
          </a:p>
        </p:txBody>
      </p:sp>
      <p:sp>
        <p:nvSpPr>
          <p:cNvPr id="4" name="Text Placeholder 3">
            <a:extLst>
              <a:ext uri="{FF2B5EF4-FFF2-40B4-BE49-F238E27FC236}">
                <a16:creationId xmlns:a16="http://schemas.microsoft.com/office/drawing/2014/main" id="{1D10E5D4-3225-3258-3503-F7BCE8B30794}"/>
              </a:ext>
            </a:extLst>
          </p:cNvPr>
          <p:cNvSpPr>
            <a:spLocks noGrp="1"/>
          </p:cNvSpPr>
          <p:nvPr>
            <p:ph type="body" sz="quarter" idx="12"/>
          </p:nvPr>
        </p:nvSpPr>
        <p:spPr>
          <a:xfrm>
            <a:off x="585215" y="1545336"/>
            <a:ext cx="7719199" cy="2276264"/>
          </a:xfrm>
        </p:spPr>
        <p:txBody>
          <a:bodyPr/>
          <a:lstStyle/>
          <a:p>
            <a:pPr marL="285750" indent="-285750">
              <a:buFont typeface="Arial" panose="020B0604020202020204" pitchFamily="34" charset="0"/>
              <a:buChar char="•"/>
            </a:pPr>
            <a:r>
              <a:rPr lang="en-US"/>
              <a:t>2011: </a:t>
            </a:r>
            <a:r>
              <a:rPr lang="en-US" i="1"/>
              <a:t>Pamphlets of the Stanford Literary Lab</a:t>
            </a:r>
            <a:r>
              <a:rPr lang="en-US"/>
              <a:t> begin publication</a:t>
            </a:r>
          </a:p>
          <a:p>
            <a:pPr marL="285750" indent="-285750">
              <a:buFont typeface="Arial" panose="020B0604020202020204" pitchFamily="34" charset="0"/>
              <a:buChar char="•"/>
            </a:pPr>
            <a:r>
              <a:rPr lang="en-US"/>
              <a:t>2013: Matthew Jockers publishes </a:t>
            </a:r>
            <a:r>
              <a:rPr lang="en-US" i="1"/>
              <a:t>Macroanalysis: Digital Methods and Literary History</a:t>
            </a:r>
            <a:endParaRPr lang="en-US"/>
          </a:p>
          <a:p>
            <a:pPr marL="285750" indent="-285750">
              <a:buFont typeface="Arial" panose="020B0604020202020204" pitchFamily="34" charset="0"/>
              <a:buChar char="•"/>
            </a:pPr>
            <a:r>
              <a:rPr lang="en-US"/>
              <a:t>2014: Matthew Jockers publishes </a:t>
            </a:r>
            <a:r>
              <a:rPr lang="en-US" i="1"/>
              <a:t>Text Analysis with R for Students of Literature</a:t>
            </a:r>
            <a:endParaRPr lang="en-US"/>
          </a:p>
          <a:p>
            <a:pPr marL="285750" indent="-285750">
              <a:buFont typeface="Arial" panose="020B0604020202020204" pitchFamily="34" charset="0"/>
              <a:buChar char="•"/>
            </a:pPr>
            <a:r>
              <a:rPr lang="en-US"/>
              <a:t>2015: David McClure shares code for </a:t>
            </a:r>
            <a:r>
              <a:rPr lang="en-US" i="1" err="1"/>
              <a:t>textplot</a:t>
            </a:r>
            <a:endParaRPr lang="en-US" i="1"/>
          </a:p>
          <a:p>
            <a:pPr marL="285750" indent="-285750">
              <a:buFont typeface="Arial" panose="020B0604020202020204" pitchFamily="34" charset="0"/>
              <a:buChar char="•"/>
            </a:pPr>
            <a:r>
              <a:rPr lang="en-US"/>
              <a:t>2019: Data-Sitters Club series begins publication</a:t>
            </a:r>
          </a:p>
        </p:txBody>
      </p:sp>
      <p:sp>
        <p:nvSpPr>
          <p:cNvPr id="5" name="TextBox 4">
            <a:extLst>
              <a:ext uri="{FF2B5EF4-FFF2-40B4-BE49-F238E27FC236}">
                <a16:creationId xmlns:a16="http://schemas.microsoft.com/office/drawing/2014/main" id="{E4A3238E-7B32-1646-3102-63C3AC6FAA86}"/>
              </a:ext>
            </a:extLst>
          </p:cNvPr>
          <p:cNvSpPr txBox="1"/>
          <p:nvPr/>
        </p:nvSpPr>
        <p:spPr>
          <a:xfrm>
            <a:off x="764771" y="4023868"/>
            <a:ext cx="1845425" cy="307777"/>
          </a:xfrm>
          <a:prstGeom prst="rect">
            <a:avLst/>
          </a:prstGeom>
          <a:noFill/>
        </p:spPr>
        <p:txBody>
          <a:bodyPr wrap="square" rtlCol="0">
            <a:spAutoFit/>
          </a:bodyPr>
          <a:lstStyle/>
          <a:p>
            <a:r>
              <a:rPr lang="en-US" sz="1400">
                <a:solidFill>
                  <a:schemeClr val="bg1"/>
                </a:solidFill>
                <a:hlinkClick r:id="rId2">
                  <a:extLst>
                    <a:ext uri="{A12FA001-AC4F-418D-AE19-62706E023703}">
                      <ahyp:hlinkClr xmlns:ahyp="http://schemas.microsoft.com/office/drawing/2018/hyperlinkcolor" val="tx"/>
                    </a:ext>
                  </a:extLst>
                </a:hlinkClick>
              </a:rPr>
              <a:t>Stanford Literary Lab</a:t>
            </a:r>
            <a:endParaRPr lang="en-US" sz="1400">
              <a:solidFill>
                <a:schemeClr val="bg1"/>
              </a:solidFill>
            </a:endParaRPr>
          </a:p>
        </p:txBody>
      </p:sp>
    </p:spTree>
    <p:extLst>
      <p:ext uri="{BB962C8B-B14F-4D97-AF65-F5344CB8AC3E}">
        <p14:creationId xmlns:p14="http://schemas.microsoft.com/office/powerpoint/2010/main" val="29345731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A9FD5-45AB-8D67-3A31-FD892E5EFC37}"/>
              </a:ext>
            </a:extLst>
          </p:cNvPr>
          <p:cNvSpPr>
            <a:spLocks noGrp="1"/>
          </p:cNvSpPr>
          <p:nvPr>
            <p:ph type="title"/>
          </p:nvPr>
        </p:nvSpPr>
        <p:spPr/>
        <p:txBody>
          <a:bodyPr/>
          <a:lstStyle/>
          <a:p>
            <a:r>
              <a:rPr lang="en-US"/>
              <a:t>DH Literary History</a:t>
            </a:r>
          </a:p>
        </p:txBody>
      </p:sp>
      <p:sp>
        <p:nvSpPr>
          <p:cNvPr id="3" name="Text Placeholder 2">
            <a:extLst>
              <a:ext uri="{FF2B5EF4-FFF2-40B4-BE49-F238E27FC236}">
                <a16:creationId xmlns:a16="http://schemas.microsoft.com/office/drawing/2014/main" id="{B820E6CE-A21B-F557-7789-07A2D8F35D63}"/>
              </a:ext>
            </a:extLst>
          </p:cNvPr>
          <p:cNvSpPr>
            <a:spLocks noGrp="1"/>
          </p:cNvSpPr>
          <p:nvPr>
            <p:ph type="body" sz="quarter" idx="10"/>
          </p:nvPr>
        </p:nvSpPr>
        <p:spPr/>
        <p:txBody>
          <a:bodyPr/>
          <a:lstStyle/>
          <a:p>
            <a:r>
              <a:rPr lang="en-US"/>
              <a:t>history of literary genres</a:t>
            </a:r>
          </a:p>
        </p:txBody>
      </p:sp>
      <p:sp>
        <p:nvSpPr>
          <p:cNvPr id="4" name="Text Placeholder 3">
            <a:extLst>
              <a:ext uri="{FF2B5EF4-FFF2-40B4-BE49-F238E27FC236}">
                <a16:creationId xmlns:a16="http://schemas.microsoft.com/office/drawing/2014/main" id="{5EFB4EC3-09F9-6C7B-F5C8-F93DB167C0FD}"/>
              </a:ext>
            </a:extLst>
          </p:cNvPr>
          <p:cNvSpPr>
            <a:spLocks noGrp="1"/>
          </p:cNvSpPr>
          <p:nvPr>
            <p:ph type="body" sz="quarter" idx="11"/>
          </p:nvPr>
        </p:nvSpPr>
        <p:spPr>
          <a:xfrm>
            <a:off x="612648" y="1545336"/>
            <a:ext cx="4014216" cy="547076"/>
          </a:xfrm>
        </p:spPr>
        <p:txBody>
          <a:bodyPr/>
          <a:lstStyle/>
          <a:p>
            <a:r>
              <a:rPr lang="en-US"/>
              <a:t>Distant reading and computational tools used to classify texts into genres.</a:t>
            </a:r>
          </a:p>
        </p:txBody>
      </p:sp>
      <p:pic>
        <p:nvPicPr>
          <p:cNvPr id="6" name="Picture 5">
            <a:extLst>
              <a:ext uri="{FF2B5EF4-FFF2-40B4-BE49-F238E27FC236}">
                <a16:creationId xmlns:a16="http://schemas.microsoft.com/office/drawing/2014/main" id="{AE4DB55C-664B-8AB6-BE83-8E8908557DBD}"/>
              </a:ext>
            </a:extLst>
          </p:cNvPr>
          <p:cNvPicPr>
            <a:picLocks noChangeAspect="1"/>
          </p:cNvPicPr>
          <p:nvPr/>
        </p:nvPicPr>
        <p:blipFill>
          <a:blip r:embed="rId2"/>
          <a:stretch>
            <a:fillRect/>
          </a:stretch>
        </p:blipFill>
        <p:spPr>
          <a:xfrm>
            <a:off x="5282162" y="280086"/>
            <a:ext cx="3705319" cy="3962400"/>
          </a:xfrm>
          <a:prstGeom prst="rect">
            <a:avLst/>
          </a:prstGeom>
        </p:spPr>
      </p:pic>
      <p:sp>
        <p:nvSpPr>
          <p:cNvPr id="7" name="TextBox 6">
            <a:extLst>
              <a:ext uri="{FF2B5EF4-FFF2-40B4-BE49-F238E27FC236}">
                <a16:creationId xmlns:a16="http://schemas.microsoft.com/office/drawing/2014/main" id="{4665410E-0056-44BE-444D-8887F1C4B859}"/>
              </a:ext>
            </a:extLst>
          </p:cNvPr>
          <p:cNvSpPr txBox="1"/>
          <p:nvPr/>
        </p:nvSpPr>
        <p:spPr>
          <a:xfrm>
            <a:off x="675503" y="3599936"/>
            <a:ext cx="4094205" cy="307777"/>
          </a:xfrm>
          <a:prstGeom prst="rect">
            <a:avLst/>
          </a:prstGeom>
          <a:noFill/>
        </p:spPr>
        <p:txBody>
          <a:bodyPr wrap="square" rtlCol="0">
            <a:spAutoFit/>
          </a:bodyPr>
          <a:lstStyle/>
          <a:p>
            <a:r>
              <a:rPr lang="en-US" sz="1400">
                <a:hlinkClick r:id="rId3"/>
              </a:rPr>
              <a:t>Stanford Literary Lab Pamphlet No. 1 </a:t>
            </a:r>
            <a:endParaRPr lang="en-US" sz="1400"/>
          </a:p>
        </p:txBody>
      </p:sp>
    </p:spTree>
    <p:extLst>
      <p:ext uri="{BB962C8B-B14F-4D97-AF65-F5344CB8AC3E}">
        <p14:creationId xmlns:p14="http://schemas.microsoft.com/office/powerpoint/2010/main" val="10503014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361F992-6F25-3F9D-0FA7-8F5B14344F9A}"/>
              </a:ext>
            </a:extLst>
          </p:cNvPr>
          <p:cNvSpPr>
            <a:spLocks noGrp="1"/>
          </p:cNvSpPr>
          <p:nvPr>
            <p:ph type="title"/>
          </p:nvPr>
        </p:nvSpPr>
        <p:spPr/>
        <p:txBody>
          <a:bodyPr/>
          <a:lstStyle/>
          <a:p>
            <a:r>
              <a:rPr lang="en-US"/>
              <a:t>Macroanalysis</a:t>
            </a:r>
          </a:p>
        </p:txBody>
      </p:sp>
      <p:sp>
        <p:nvSpPr>
          <p:cNvPr id="11" name="Text Placeholder 10">
            <a:extLst>
              <a:ext uri="{FF2B5EF4-FFF2-40B4-BE49-F238E27FC236}">
                <a16:creationId xmlns:a16="http://schemas.microsoft.com/office/drawing/2014/main" id="{D049C6D7-98CA-83AC-F48F-8D83CD61F6A7}"/>
              </a:ext>
            </a:extLst>
          </p:cNvPr>
          <p:cNvSpPr>
            <a:spLocks noGrp="1"/>
          </p:cNvSpPr>
          <p:nvPr>
            <p:ph type="body" sz="quarter" idx="12"/>
          </p:nvPr>
        </p:nvSpPr>
        <p:spPr>
          <a:xfrm>
            <a:off x="5238751" y="1046301"/>
            <a:ext cx="3291840" cy="2324739"/>
          </a:xfrm>
        </p:spPr>
        <p:txBody>
          <a:bodyPr/>
          <a:lstStyle/>
          <a:p>
            <a:r>
              <a:rPr lang="en-US"/>
              <a:t>Matthew Jockers followed this up in his 2013 book </a:t>
            </a:r>
            <a:r>
              <a:rPr lang="en-US" i="1"/>
              <a:t>Macroanalysis</a:t>
            </a:r>
            <a:r>
              <a:rPr lang="en-US"/>
              <a:t>, in which he applied the concept of “distant reading” to analyze a large corpus of text. This graph shows his work on finding a quantitative basis for understanding the evolution of genres in British literature.</a:t>
            </a:r>
          </a:p>
        </p:txBody>
      </p:sp>
      <p:pic>
        <p:nvPicPr>
          <p:cNvPr id="3" name="Picture 2">
            <a:extLst>
              <a:ext uri="{FF2B5EF4-FFF2-40B4-BE49-F238E27FC236}">
                <a16:creationId xmlns:a16="http://schemas.microsoft.com/office/drawing/2014/main" id="{B31E90FA-F865-A7CC-6316-4DBE74230DDA}"/>
              </a:ext>
            </a:extLst>
          </p:cNvPr>
          <p:cNvPicPr>
            <a:picLocks noChangeAspect="1"/>
          </p:cNvPicPr>
          <p:nvPr/>
        </p:nvPicPr>
        <p:blipFill>
          <a:blip r:embed="rId2"/>
          <a:srcRect t="6727"/>
          <a:stretch>
            <a:fillRect/>
          </a:stretch>
        </p:blipFill>
        <p:spPr>
          <a:xfrm>
            <a:off x="246758" y="231096"/>
            <a:ext cx="4677138" cy="4797511"/>
          </a:xfrm>
          <a:prstGeom prst="rect">
            <a:avLst/>
          </a:prstGeom>
        </p:spPr>
      </p:pic>
    </p:spTree>
    <p:extLst>
      <p:ext uri="{BB962C8B-B14F-4D97-AF65-F5344CB8AC3E}">
        <p14:creationId xmlns:p14="http://schemas.microsoft.com/office/powerpoint/2010/main" val="3537664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FF71E-6D80-A3F2-03FD-DFAB9FAD0F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4BF8D0-4357-A1EA-FCEE-780311E97295}"/>
              </a:ext>
            </a:extLst>
          </p:cNvPr>
          <p:cNvSpPr>
            <a:spLocks noGrp="1"/>
          </p:cNvSpPr>
          <p:nvPr>
            <p:ph type="title"/>
          </p:nvPr>
        </p:nvSpPr>
        <p:spPr/>
        <p:txBody>
          <a:bodyPr/>
          <a:lstStyle/>
          <a:p>
            <a:r>
              <a:rPr lang="en-US"/>
              <a:t>Exploratory Digital Literary Analysis</a:t>
            </a:r>
          </a:p>
        </p:txBody>
      </p:sp>
      <p:sp>
        <p:nvSpPr>
          <p:cNvPr id="3" name="Text Placeholder 2">
            <a:extLst>
              <a:ext uri="{FF2B5EF4-FFF2-40B4-BE49-F238E27FC236}">
                <a16:creationId xmlns:a16="http://schemas.microsoft.com/office/drawing/2014/main" id="{E58D5CF2-FA3C-316E-2F30-6E065937B538}"/>
              </a:ext>
            </a:extLst>
          </p:cNvPr>
          <p:cNvSpPr>
            <a:spLocks noGrp="1"/>
          </p:cNvSpPr>
          <p:nvPr>
            <p:ph type="body" sz="quarter" idx="10"/>
          </p:nvPr>
        </p:nvSpPr>
        <p:spPr/>
        <p:txBody>
          <a:bodyPr/>
          <a:lstStyle/>
          <a:p>
            <a:r>
              <a:rPr lang="en-US" dirty="0"/>
              <a:t>David McClure’s </a:t>
            </a:r>
            <a:r>
              <a:rPr lang="en-US" i="1" dirty="0" err="1">
                <a:solidFill>
                  <a:schemeClr val="accent1"/>
                </a:solidFill>
                <a:hlinkClick r:id="rId2">
                  <a:extLst>
                    <a:ext uri="{A12FA001-AC4F-418D-AE19-62706E023703}">
                      <ahyp:hlinkClr xmlns:ahyp="http://schemas.microsoft.com/office/drawing/2018/hyperlinkcolor" val="tx"/>
                    </a:ext>
                  </a:extLst>
                </a:hlinkClick>
              </a:rPr>
              <a:t>textplot</a:t>
            </a:r>
            <a:endParaRPr lang="en-US" i="1" dirty="0">
              <a:solidFill>
                <a:schemeClr val="accent1"/>
              </a:solidFill>
            </a:endParaRPr>
          </a:p>
        </p:txBody>
      </p:sp>
      <p:sp>
        <p:nvSpPr>
          <p:cNvPr id="4" name="Text Placeholder 3">
            <a:extLst>
              <a:ext uri="{FF2B5EF4-FFF2-40B4-BE49-F238E27FC236}">
                <a16:creationId xmlns:a16="http://schemas.microsoft.com/office/drawing/2014/main" id="{F1B2DE66-E82C-6B81-7110-87BA9D92DC32}"/>
              </a:ext>
            </a:extLst>
          </p:cNvPr>
          <p:cNvSpPr>
            <a:spLocks noGrp="1"/>
          </p:cNvSpPr>
          <p:nvPr>
            <p:ph type="body" sz="quarter" idx="12"/>
          </p:nvPr>
        </p:nvSpPr>
        <p:spPr>
          <a:xfrm>
            <a:off x="4218539" y="1107856"/>
            <a:ext cx="4197096" cy="1201867"/>
          </a:xfrm>
        </p:spPr>
        <p:txBody>
          <a:bodyPr/>
          <a:lstStyle/>
          <a:p>
            <a:r>
              <a:rPr lang="en-US" dirty="0"/>
              <a:t>David McClure exemplified a less formal, more playful and exploratory approach to computational literary analysis with his analysis of </a:t>
            </a:r>
            <a:r>
              <a:rPr lang="en-US" i="1" dirty="0"/>
              <a:t>War and Peace</a:t>
            </a:r>
            <a:r>
              <a:rPr lang="en-US" dirty="0"/>
              <a:t>.</a:t>
            </a:r>
          </a:p>
        </p:txBody>
      </p:sp>
      <p:pic>
        <p:nvPicPr>
          <p:cNvPr id="8" name="Picture 7">
            <a:extLst>
              <a:ext uri="{FF2B5EF4-FFF2-40B4-BE49-F238E27FC236}">
                <a16:creationId xmlns:a16="http://schemas.microsoft.com/office/drawing/2014/main" id="{A0CA2546-5D24-DACC-339C-F6530EB55B2F}"/>
              </a:ext>
            </a:extLst>
          </p:cNvPr>
          <p:cNvPicPr>
            <a:picLocks noChangeAspect="1"/>
          </p:cNvPicPr>
          <p:nvPr/>
        </p:nvPicPr>
        <p:blipFill>
          <a:blip r:embed="rId3"/>
          <a:stretch>
            <a:fillRect/>
          </a:stretch>
        </p:blipFill>
        <p:spPr>
          <a:xfrm>
            <a:off x="1562207" y="2541859"/>
            <a:ext cx="5312664" cy="2125065"/>
          </a:xfrm>
          <a:prstGeom prst="rect">
            <a:avLst/>
          </a:prstGeom>
        </p:spPr>
      </p:pic>
    </p:spTree>
    <p:extLst>
      <p:ext uri="{BB962C8B-B14F-4D97-AF65-F5344CB8AC3E}">
        <p14:creationId xmlns:p14="http://schemas.microsoft.com/office/powerpoint/2010/main" val="13359890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F1329AD-2430-C593-8A0A-D0CA7A58A633}"/>
              </a:ext>
            </a:extLst>
          </p:cNvPr>
          <p:cNvSpPr>
            <a:spLocks noGrp="1"/>
          </p:cNvSpPr>
          <p:nvPr>
            <p:ph type="title"/>
          </p:nvPr>
        </p:nvSpPr>
        <p:spPr/>
        <p:txBody>
          <a:bodyPr/>
          <a:lstStyle/>
          <a:p>
            <a:r>
              <a:rPr lang="en-US" dirty="0"/>
              <a:t>Example:</a:t>
            </a:r>
          </a:p>
        </p:txBody>
      </p:sp>
      <p:sp>
        <p:nvSpPr>
          <p:cNvPr id="3" name="Text Placeholder 2">
            <a:extLst>
              <a:ext uri="{FF2B5EF4-FFF2-40B4-BE49-F238E27FC236}">
                <a16:creationId xmlns:a16="http://schemas.microsoft.com/office/drawing/2014/main" id="{8F2BD9EC-6A70-97A0-23F7-FF4450678A8E}"/>
              </a:ext>
            </a:extLst>
          </p:cNvPr>
          <p:cNvSpPr>
            <a:spLocks noGrp="1"/>
          </p:cNvSpPr>
          <p:nvPr>
            <p:ph type="body" sz="quarter" idx="10"/>
          </p:nvPr>
        </p:nvSpPr>
        <p:spPr/>
        <p:txBody>
          <a:bodyPr/>
          <a:lstStyle/>
          <a:p>
            <a:r>
              <a:rPr lang="en-US" dirty="0"/>
              <a:t>Tanya Clement</a:t>
            </a:r>
          </a:p>
        </p:txBody>
      </p:sp>
    </p:spTree>
    <p:extLst>
      <p:ext uri="{BB962C8B-B14F-4D97-AF65-F5344CB8AC3E}">
        <p14:creationId xmlns:p14="http://schemas.microsoft.com/office/powerpoint/2010/main" val="19106607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1FF13FE5-8884-1F92-4178-D2C169162648}"/>
              </a:ext>
            </a:extLst>
          </p:cNvPr>
          <p:cNvPicPr>
            <a:picLocks noGrp="1" noChangeAspect="1"/>
          </p:cNvPicPr>
          <p:nvPr>
            <p:ph type="pic" sz="quarter" idx="13"/>
          </p:nvPr>
        </p:nvPicPr>
        <p:blipFill rotWithShape="1">
          <a:blip r:embed="rId3"/>
          <a:srcRect t="-23260" b="-23260"/>
          <a:stretch>
            <a:fillRect/>
          </a:stretch>
        </p:blipFill>
        <p:spPr>
          <a:prstGeom prst="rect">
            <a:avLst/>
          </a:prstGeom>
          <a:solidFill>
            <a:srgbClr val="265BF7"/>
          </a:solidFill>
        </p:spPr>
      </p:pic>
      <p:sp>
        <p:nvSpPr>
          <p:cNvPr id="2" name="Title 1">
            <a:extLst>
              <a:ext uri="{FF2B5EF4-FFF2-40B4-BE49-F238E27FC236}">
                <a16:creationId xmlns:a16="http://schemas.microsoft.com/office/drawing/2014/main" id="{B3DD7862-3F70-569F-E048-1E67A91133B8}"/>
              </a:ext>
            </a:extLst>
          </p:cNvPr>
          <p:cNvSpPr>
            <a:spLocks noGrp="1"/>
          </p:cNvSpPr>
          <p:nvPr>
            <p:ph type="title"/>
          </p:nvPr>
        </p:nvSpPr>
        <p:spPr/>
        <p:txBody>
          <a:bodyPr/>
          <a:lstStyle/>
          <a:p>
            <a:r>
              <a:rPr lang="en-US" dirty="0"/>
              <a:t>Visualizing Repetition:</a:t>
            </a:r>
          </a:p>
        </p:txBody>
      </p:sp>
      <p:sp>
        <p:nvSpPr>
          <p:cNvPr id="3" name="Text Placeholder 2">
            <a:extLst>
              <a:ext uri="{FF2B5EF4-FFF2-40B4-BE49-F238E27FC236}">
                <a16:creationId xmlns:a16="http://schemas.microsoft.com/office/drawing/2014/main" id="{AC2F8900-AD9D-5F31-BE44-597E2A452E86}"/>
              </a:ext>
            </a:extLst>
          </p:cNvPr>
          <p:cNvSpPr>
            <a:spLocks noGrp="1"/>
          </p:cNvSpPr>
          <p:nvPr>
            <p:ph type="body" sz="quarter" idx="10"/>
          </p:nvPr>
        </p:nvSpPr>
        <p:spPr/>
        <p:txBody>
          <a:bodyPr/>
          <a:lstStyle/>
          <a:p>
            <a:r>
              <a:rPr lang="en-US" dirty="0"/>
              <a:t>clement on </a:t>
            </a:r>
            <a:r>
              <a:rPr lang="en-US" dirty="0" err="1"/>
              <a:t>gertrude</a:t>
            </a:r>
            <a:r>
              <a:rPr lang="en-US" dirty="0"/>
              <a:t> stein</a:t>
            </a:r>
          </a:p>
        </p:txBody>
      </p:sp>
      <p:sp>
        <p:nvSpPr>
          <p:cNvPr id="4" name="Text Placeholder 3">
            <a:extLst>
              <a:ext uri="{FF2B5EF4-FFF2-40B4-BE49-F238E27FC236}">
                <a16:creationId xmlns:a16="http://schemas.microsoft.com/office/drawing/2014/main" id="{5BDE3B6C-ADC4-5C77-97EA-7D868DD30042}"/>
              </a:ext>
            </a:extLst>
          </p:cNvPr>
          <p:cNvSpPr>
            <a:spLocks noGrp="1"/>
          </p:cNvSpPr>
          <p:nvPr>
            <p:ph type="body" sz="quarter" idx="12"/>
          </p:nvPr>
        </p:nvSpPr>
        <p:spPr>
          <a:xfrm>
            <a:off x="4918873" y="2066667"/>
            <a:ext cx="3483864" cy="2605457"/>
          </a:xfrm>
        </p:spPr>
        <p:txBody>
          <a:bodyPr/>
          <a:lstStyle/>
          <a:p>
            <a:r>
              <a:rPr lang="en-US" dirty="0"/>
              <a:t>Tanya Clement used a tool called MONK to identify sequences of words that repeat in Stein’s </a:t>
            </a:r>
            <a:r>
              <a:rPr lang="en-US" i="1" dirty="0"/>
              <a:t>The Making of Americans</a:t>
            </a:r>
            <a:r>
              <a:rPr lang="en-US" dirty="0"/>
              <a:t> and then to identify patterns and gaps in those repetitions, arguing this is a purposeful element of structure in the novel that was not previously understood.</a:t>
            </a:r>
          </a:p>
        </p:txBody>
      </p:sp>
    </p:spTree>
    <p:extLst>
      <p:ext uri="{BB962C8B-B14F-4D97-AF65-F5344CB8AC3E}">
        <p14:creationId xmlns:p14="http://schemas.microsoft.com/office/powerpoint/2010/main" val="23470326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86FDD-07A4-2908-44E0-FAE700737A5F}"/>
              </a:ext>
            </a:extLst>
          </p:cNvPr>
          <p:cNvSpPr>
            <a:spLocks noGrp="1"/>
          </p:cNvSpPr>
          <p:nvPr>
            <p:ph type="title"/>
          </p:nvPr>
        </p:nvSpPr>
        <p:spPr/>
        <p:txBody>
          <a:bodyPr/>
          <a:lstStyle/>
          <a:p>
            <a:r>
              <a:rPr lang="en-US" dirty="0"/>
              <a:t>Meanwhile ...</a:t>
            </a:r>
          </a:p>
        </p:txBody>
      </p:sp>
      <p:sp>
        <p:nvSpPr>
          <p:cNvPr id="4" name="Text Placeholder 3">
            <a:extLst>
              <a:ext uri="{FF2B5EF4-FFF2-40B4-BE49-F238E27FC236}">
                <a16:creationId xmlns:a16="http://schemas.microsoft.com/office/drawing/2014/main" id="{BB3B3429-426A-B5B2-56DD-CE345FA7FAE5}"/>
              </a:ext>
            </a:extLst>
          </p:cNvPr>
          <p:cNvSpPr>
            <a:spLocks noGrp="1"/>
          </p:cNvSpPr>
          <p:nvPr>
            <p:ph type="body" sz="quarter" idx="10"/>
          </p:nvPr>
        </p:nvSpPr>
        <p:spPr/>
        <p:txBody>
          <a:bodyPr/>
          <a:lstStyle/>
          <a:p>
            <a:r>
              <a:rPr lang="en-US" dirty="0"/>
              <a:t>Natural Language Processing evolves</a:t>
            </a:r>
          </a:p>
        </p:txBody>
      </p:sp>
    </p:spTree>
    <p:extLst>
      <p:ext uri="{BB962C8B-B14F-4D97-AF65-F5344CB8AC3E}">
        <p14:creationId xmlns:p14="http://schemas.microsoft.com/office/powerpoint/2010/main" val="1671972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9655D-6CFD-E84A-7937-DAF152D00E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A22403-CA92-E74F-D807-45917D697B27}"/>
              </a:ext>
            </a:extLst>
          </p:cNvPr>
          <p:cNvSpPr>
            <a:spLocks noGrp="1"/>
          </p:cNvSpPr>
          <p:nvPr>
            <p:ph type="title"/>
          </p:nvPr>
        </p:nvSpPr>
        <p:spPr/>
        <p:txBody>
          <a:bodyPr/>
          <a:lstStyle/>
          <a:p>
            <a:r>
              <a:rPr lang="en-US" dirty="0"/>
              <a:t>The transformation of NLP</a:t>
            </a:r>
          </a:p>
        </p:txBody>
      </p:sp>
      <p:sp>
        <p:nvSpPr>
          <p:cNvPr id="4" name="Text Placeholder 3">
            <a:extLst>
              <a:ext uri="{FF2B5EF4-FFF2-40B4-BE49-F238E27FC236}">
                <a16:creationId xmlns:a16="http://schemas.microsoft.com/office/drawing/2014/main" id="{F172A1A7-EDC6-631C-33BF-816FD6015DEB}"/>
              </a:ext>
            </a:extLst>
          </p:cNvPr>
          <p:cNvSpPr>
            <a:spLocks noGrp="1"/>
          </p:cNvSpPr>
          <p:nvPr>
            <p:ph type="body" sz="quarter" idx="10"/>
          </p:nvPr>
        </p:nvSpPr>
        <p:spPr/>
        <p:txBody>
          <a:bodyPr/>
          <a:lstStyle/>
          <a:p>
            <a:r>
              <a:rPr lang="en-US" dirty="0"/>
              <a:t>Neural networks + machine learning</a:t>
            </a:r>
          </a:p>
        </p:txBody>
      </p:sp>
      <p:sp>
        <p:nvSpPr>
          <p:cNvPr id="7" name="Text Placeholder 6">
            <a:extLst>
              <a:ext uri="{FF2B5EF4-FFF2-40B4-BE49-F238E27FC236}">
                <a16:creationId xmlns:a16="http://schemas.microsoft.com/office/drawing/2014/main" id="{B15922C1-724D-CAC6-A2BA-9789DEDDE851}"/>
              </a:ext>
            </a:extLst>
          </p:cNvPr>
          <p:cNvSpPr>
            <a:spLocks noGrp="1"/>
          </p:cNvSpPr>
          <p:nvPr>
            <p:ph type="body" sz="quarter" idx="11"/>
          </p:nvPr>
        </p:nvSpPr>
        <p:spPr>
          <a:xfrm>
            <a:off x="612774" y="1545336"/>
            <a:ext cx="5686425" cy="2510028"/>
          </a:xfrm>
        </p:spPr>
        <p:txBody>
          <a:bodyPr/>
          <a:lstStyle/>
          <a:p>
            <a:r>
              <a:rPr lang="en-US" dirty="0"/>
              <a:t>From the 2010s onward, code libraries for Natural Language Processing became increasingly effective and accessible, facilitating tasks including:</a:t>
            </a:r>
          </a:p>
          <a:p>
            <a:pPr marL="285750" indent="-285750">
              <a:buFont typeface="Arial" panose="020B0604020202020204" pitchFamily="34" charset="0"/>
              <a:buChar char="•"/>
            </a:pPr>
            <a:r>
              <a:rPr lang="en-US" dirty="0"/>
              <a:t>Speech recognition</a:t>
            </a:r>
          </a:p>
          <a:p>
            <a:pPr marL="285750" indent="-285750">
              <a:buFont typeface="Arial" panose="020B0604020202020204" pitchFamily="34" charset="0"/>
              <a:buChar char="•"/>
            </a:pPr>
            <a:r>
              <a:rPr lang="en-US" dirty="0"/>
              <a:t>Sentiment analysis</a:t>
            </a:r>
          </a:p>
          <a:p>
            <a:pPr marL="285750" indent="-285750">
              <a:buFont typeface="Arial" panose="020B0604020202020204" pitchFamily="34" charset="0"/>
              <a:buChar char="•"/>
            </a:pPr>
            <a:r>
              <a:rPr lang="en-US" dirty="0"/>
              <a:t>Machine translation</a:t>
            </a:r>
          </a:p>
          <a:p>
            <a:pPr marL="285750" indent="-285750">
              <a:buFont typeface="Arial" panose="020B0604020202020204" pitchFamily="34" charset="0"/>
              <a:buChar char="•"/>
            </a:pPr>
            <a:r>
              <a:rPr lang="en-US" dirty="0"/>
              <a:t>Topic modeling</a:t>
            </a:r>
          </a:p>
          <a:p>
            <a:pPr marL="285750" indent="-285750">
              <a:buFont typeface="Arial" panose="020B0604020202020204" pitchFamily="34" charset="0"/>
              <a:buChar char="•"/>
            </a:pPr>
            <a:r>
              <a:rPr lang="en-US" dirty="0"/>
              <a:t>Toxicity classification</a:t>
            </a:r>
          </a:p>
        </p:txBody>
      </p:sp>
    </p:spTree>
    <p:extLst>
      <p:ext uri="{BB962C8B-B14F-4D97-AF65-F5344CB8AC3E}">
        <p14:creationId xmlns:p14="http://schemas.microsoft.com/office/powerpoint/2010/main" val="27412975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61CB5-4774-1F31-464C-F018A46EEEEB}"/>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1E3DE3D2-58B0-7A08-9684-02F16F7F0D10}"/>
              </a:ext>
            </a:extLst>
          </p:cNvPr>
          <p:cNvSpPr>
            <a:spLocks noGrp="1"/>
          </p:cNvSpPr>
          <p:nvPr>
            <p:ph type="title"/>
          </p:nvPr>
        </p:nvSpPr>
        <p:spPr/>
        <p:txBody>
          <a:bodyPr/>
          <a:lstStyle/>
          <a:p>
            <a:r>
              <a:rPr lang="en-US" dirty="0"/>
              <a:t>Problem!!!</a:t>
            </a:r>
          </a:p>
        </p:txBody>
      </p:sp>
      <p:sp>
        <p:nvSpPr>
          <p:cNvPr id="18" name="Text Placeholder 17">
            <a:extLst>
              <a:ext uri="{FF2B5EF4-FFF2-40B4-BE49-F238E27FC236}">
                <a16:creationId xmlns:a16="http://schemas.microsoft.com/office/drawing/2014/main" id="{2C3899E2-84C3-8B94-6273-1C7F3FAB43AB}"/>
              </a:ext>
            </a:extLst>
          </p:cNvPr>
          <p:cNvSpPr>
            <a:spLocks noGrp="1"/>
          </p:cNvSpPr>
          <p:nvPr>
            <p:ph type="body" sz="quarter" idx="10"/>
          </p:nvPr>
        </p:nvSpPr>
        <p:spPr>
          <a:xfrm>
            <a:off x="585215" y="1119632"/>
            <a:ext cx="5420473" cy="365760"/>
          </a:xfrm>
        </p:spPr>
        <p:txBody>
          <a:bodyPr/>
          <a:lstStyle/>
          <a:p>
            <a:r>
              <a:rPr lang="en-US" dirty="0"/>
              <a:t>NLP was designed for social media and web</a:t>
            </a:r>
          </a:p>
        </p:txBody>
      </p:sp>
      <p:sp>
        <p:nvSpPr>
          <p:cNvPr id="19" name="Text Placeholder 18">
            <a:extLst>
              <a:ext uri="{FF2B5EF4-FFF2-40B4-BE49-F238E27FC236}">
                <a16:creationId xmlns:a16="http://schemas.microsoft.com/office/drawing/2014/main" id="{1CC3EBD0-B16E-AD1B-4BB1-77DF7D20CC37}"/>
              </a:ext>
            </a:extLst>
          </p:cNvPr>
          <p:cNvSpPr>
            <a:spLocks noGrp="1"/>
          </p:cNvSpPr>
          <p:nvPr>
            <p:ph type="body" sz="quarter" idx="12"/>
          </p:nvPr>
        </p:nvSpPr>
        <p:spPr>
          <a:xfrm>
            <a:off x="585216" y="1545336"/>
            <a:ext cx="4197096" cy="2837700"/>
          </a:xfrm>
        </p:spPr>
        <p:txBody>
          <a:bodyPr/>
          <a:lstStyle/>
          <a:p>
            <a:r>
              <a:rPr lang="en-US" dirty="0"/>
              <a:t>NLP evolved primarily to analyze large quantities of data-mined web and social media text. Using it for literary analysis often requires </a:t>
            </a:r>
          </a:p>
          <a:p>
            <a:pPr marL="285750" indent="-285750">
              <a:buFont typeface="Arial" panose="020B0604020202020204" pitchFamily="34" charset="0"/>
              <a:buChar char="•"/>
            </a:pPr>
            <a:r>
              <a:rPr lang="en-US" dirty="0"/>
              <a:t>A critical and reflexive attitude</a:t>
            </a:r>
          </a:p>
          <a:p>
            <a:pPr marL="285750" indent="-285750">
              <a:buFont typeface="Arial" panose="020B0604020202020204" pitchFamily="34" charset="0"/>
              <a:buChar char="•"/>
            </a:pPr>
            <a:r>
              <a:rPr lang="en-US" dirty="0"/>
              <a:t>Adaptability</a:t>
            </a:r>
          </a:p>
          <a:p>
            <a:pPr marL="285750" indent="-285750">
              <a:buFont typeface="Arial" panose="020B0604020202020204" pitchFamily="34" charset="0"/>
              <a:buChar char="•"/>
            </a:pPr>
            <a:r>
              <a:rPr lang="en-US" dirty="0"/>
              <a:t>Creativity</a:t>
            </a:r>
          </a:p>
          <a:p>
            <a:pPr marL="285750" indent="-285750">
              <a:buFont typeface="Arial" panose="020B0604020202020204" pitchFamily="34" charset="0"/>
              <a:buChar char="•"/>
            </a:pPr>
            <a:r>
              <a:rPr lang="en-US" dirty="0"/>
              <a:t>Ability to evaluate results</a:t>
            </a:r>
          </a:p>
        </p:txBody>
      </p:sp>
      <p:pic>
        <p:nvPicPr>
          <p:cNvPr id="3" name="Picture 2">
            <a:extLst>
              <a:ext uri="{FF2B5EF4-FFF2-40B4-BE49-F238E27FC236}">
                <a16:creationId xmlns:a16="http://schemas.microsoft.com/office/drawing/2014/main" id="{DBFF7EB7-E84C-FD1B-FA58-5B3751CB786C}"/>
              </a:ext>
            </a:extLst>
          </p:cNvPr>
          <p:cNvPicPr>
            <a:picLocks noChangeAspect="1"/>
          </p:cNvPicPr>
          <p:nvPr/>
        </p:nvPicPr>
        <p:blipFill>
          <a:blip r:embed="rId2"/>
          <a:stretch>
            <a:fillRect/>
          </a:stretch>
        </p:blipFill>
        <p:spPr>
          <a:xfrm>
            <a:off x="5060241" y="1745488"/>
            <a:ext cx="3867153" cy="2458946"/>
          </a:xfrm>
          <a:prstGeom prst="rect">
            <a:avLst/>
          </a:prstGeom>
        </p:spPr>
      </p:pic>
    </p:spTree>
    <p:extLst>
      <p:ext uri="{BB962C8B-B14F-4D97-AF65-F5344CB8AC3E}">
        <p14:creationId xmlns:p14="http://schemas.microsoft.com/office/powerpoint/2010/main" val="27705829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F15D8-ED16-D9B6-0C18-57C00AFB151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59B49ED-07C8-9D2E-97EF-134D1010CDBE}"/>
              </a:ext>
            </a:extLst>
          </p:cNvPr>
          <p:cNvSpPr txBox="1"/>
          <p:nvPr/>
        </p:nvSpPr>
        <p:spPr>
          <a:xfrm>
            <a:off x="382460" y="3475630"/>
            <a:ext cx="4796444" cy="1169551"/>
          </a:xfrm>
          <a:prstGeom prst="rect">
            <a:avLst/>
          </a:prstGeom>
          <a:noFill/>
        </p:spPr>
        <p:txBody>
          <a:bodyPr wrap="square" rtlCol="0">
            <a:spAutoFit/>
          </a:bodyPr>
          <a:lstStyle/>
          <a:p>
            <a:r>
              <a:rPr lang="en-US" sz="1400" dirty="0"/>
              <a:t>Gaede, Franny, Ana-Maurine Lara, </a:t>
            </a:r>
            <a:r>
              <a:rPr lang="en-US" sz="1400" dirty="0" err="1"/>
              <a:t>Alaí</a:t>
            </a:r>
            <a:r>
              <a:rPr lang="en-US" sz="1400" dirty="0"/>
              <a:t> Reyes-Santos, and Kate Thornhill. 2022. “Afro-Indigenous Women Healers in the Caribbean and Its Diasporas: A Decolonial Digital Humanities Project.” </a:t>
            </a:r>
            <a:r>
              <a:rPr lang="en-US" sz="1400" i="1" dirty="0"/>
              <a:t>Digital Humanities Quarterly</a:t>
            </a:r>
            <a:r>
              <a:rPr lang="en-US" sz="1400" dirty="0"/>
              <a:t> 16, no. 3. https://</a:t>
            </a:r>
            <a:r>
              <a:rPr lang="en-US" sz="1400" dirty="0" err="1"/>
              <a:t>doi.org</a:t>
            </a:r>
            <a:r>
              <a:rPr lang="en-US" sz="1400" dirty="0"/>
              <a:t>/10.63744/39s8a7adwhyb.</a:t>
            </a:r>
          </a:p>
        </p:txBody>
      </p:sp>
      <p:sp>
        <p:nvSpPr>
          <p:cNvPr id="5" name="TextBox 4">
            <a:extLst>
              <a:ext uri="{FF2B5EF4-FFF2-40B4-BE49-F238E27FC236}">
                <a16:creationId xmlns:a16="http://schemas.microsoft.com/office/drawing/2014/main" id="{1A041AF7-3588-9256-45D9-4B8B5690AE08}"/>
              </a:ext>
            </a:extLst>
          </p:cNvPr>
          <p:cNvSpPr txBox="1"/>
          <p:nvPr/>
        </p:nvSpPr>
        <p:spPr>
          <a:xfrm>
            <a:off x="382460" y="2654358"/>
            <a:ext cx="4796444" cy="738664"/>
          </a:xfrm>
          <a:prstGeom prst="rect">
            <a:avLst/>
          </a:prstGeom>
          <a:noFill/>
        </p:spPr>
        <p:txBody>
          <a:bodyPr wrap="square" rtlCol="0">
            <a:spAutoFit/>
          </a:bodyPr>
          <a:lstStyle/>
          <a:p>
            <a:r>
              <a:rPr lang="en-US" sz="1400" dirty="0"/>
              <a:t>Eichmann-</a:t>
            </a:r>
            <a:r>
              <a:rPr lang="en-US" sz="1400" dirty="0" err="1"/>
              <a:t>Kalwara</a:t>
            </a:r>
            <a:r>
              <a:rPr lang="en-US" sz="1400" dirty="0"/>
              <a:t>, </a:t>
            </a:r>
            <a:r>
              <a:rPr lang="en-US" sz="1400" dirty="0" err="1"/>
              <a:t>Nickoal</a:t>
            </a:r>
            <a:r>
              <a:rPr lang="en-US" sz="1400" dirty="0"/>
              <a:t>, and Aditya Ranganath. 2022. </a:t>
            </a:r>
            <a:r>
              <a:rPr lang="en-US" sz="1400" i="1" dirty="0"/>
              <a:t>A Gentle Introduction to Text Analysis in R. https://aranganath24.github.io/</a:t>
            </a:r>
            <a:r>
              <a:rPr lang="en-US" sz="1400" i="1" dirty="0" err="1"/>
              <a:t>gentle_text_analysis</a:t>
            </a:r>
            <a:r>
              <a:rPr lang="en-US" sz="1400" i="1" dirty="0"/>
              <a:t>/</a:t>
            </a:r>
            <a:endParaRPr lang="en-US" sz="1400" dirty="0"/>
          </a:p>
        </p:txBody>
      </p:sp>
      <p:sp>
        <p:nvSpPr>
          <p:cNvPr id="7" name="TextBox 6">
            <a:extLst>
              <a:ext uri="{FF2B5EF4-FFF2-40B4-BE49-F238E27FC236}">
                <a16:creationId xmlns:a16="http://schemas.microsoft.com/office/drawing/2014/main" id="{31858891-4B57-9F1A-E607-A0D401BBFCB4}"/>
              </a:ext>
            </a:extLst>
          </p:cNvPr>
          <p:cNvSpPr txBox="1"/>
          <p:nvPr/>
        </p:nvSpPr>
        <p:spPr>
          <a:xfrm>
            <a:off x="382460" y="632538"/>
            <a:ext cx="4796444" cy="954107"/>
          </a:xfrm>
          <a:prstGeom prst="rect">
            <a:avLst/>
          </a:prstGeom>
          <a:noFill/>
        </p:spPr>
        <p:txBody>
          <a:bodyPr wrap="square" rtlCol="0">
            <a:spAutoFit/>
          </a:bodyPr>
          <a:lstStyle/>
          <a:p>
            <a:r>
              <a:rPr lang="en-US" sz="1400" dirty="0"/>
              <a:t>Allison, Sarah, Ryan Heuser, Matthew Jockers, Franco Moretti, and Michael Whitmore. 2011. “Qualitative Formalism: an Experiment.”  </a:t>
            </a:r>
            <a:r>
              <a:rPr lang="en-US" sz="1400" i="1" dirty="0"/>
              <a:t>Stanford Literary Lab Pamphlets </a:t>
            </a:r>
            <a:r>
              <a:rPr lang="en-US" sz="1400" dirty="0"/>
              <a:t>1.</a:t>
            </a:r>
            <a:r>
              <a:rPr lang="en-US" sz="1400" i="1" dirty="0"/>
              <a:t> </a:t>
            </a:r>
            <a:endParaRPr lang="en-US" sz="1400" dirty="0"/>
          </a:p>
        </p:txBody>
      </p:sp>
      <p:sp>
        <p:nvSpPr>
          <p:cNvPr id="8" name="TextBox 7">
            <a:extLst>
              <a:ext uri="{FF2B5EF4-FFF2-40B4-BE49-F238E27FC236}">
                <a16:creationId xmlns:a16="http://schemas.microsoft.com/office/drawing/2014/main" id="{ECA1AB43-92B8-3971-3DDA-352895CD19D8}"/>
              </a:ext>
            </a:extLst>
          </p:cNvPr>
          <p:cNvSpPr txBox="1"/>
          <p:nvPr/>
        </p:nvSpPr>
        <p:spPr>
          <a:xfrm>
            <a:off x="382460" y="1617643"/>
            <a:ext cx="4796444" cy="954107"/>
          </a:xfrm>
          <a:prstGeom prst="rect">
            <a:avLst/>
          </a:prstGeom>
          <a:noFill/>
        </p:spPr>
        <p:txBody>
          <a:bodyPr wrap="square" rtlCol="0">
            <a:spAutoFit/>
          </a:bodyPr>
          <a:lstStyle/>
          <a:p>
            <a:r>
              <a:rPr lang="en-US" sz="1400" dirty="0"/>
              <a:t>Clement, Tanya. 2008. “’A think not beginning and not ending’: using digital tools to distant-read Gertrude Stein’s </a:t>
            </a:r>
            <a:r>
              <a:rPr lang="en-US" sz="1400" i="1" dirty="0"/>
              <a:t>The Making of Americans</a:t>
            </a:r>
            <a:r>
              <a:rPr lang="en-US" sz="1400" dirty="0"/>
              <a:t>.” </a:t>
            </a:r>
            <a:r>
              <a:rPr lang="en-US" sz="1400" i="1" dirty="0"/>
              <a:t>Literary and Linguistic Computing</a:t>
            </a:r>
            <a:r>
              <a:rPr lang="en-US" sz="1400" dirty="0"/>
              <a:t> 23, no. 3.</a:t>
            </a:r>
          </a:p>
        </p:txBody>
      </p:sp>
    </p:spTree>
    <p:extLst>
      <p:ext uri="{BB962C8B-B14F-4D97-AF65-F5344CB8AC3E}">
        <p14:creationId xmlns:p14="http://schemas.microsoft.com/office/powerpoint/2010/main" val="9213368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8009C0-DFA2-D4F2-0C4E-3EAA78D11D86}"/>
              </a:ext>
            </a:extLst>
          </p:cNvPr>
          <p:cNvSpPr txBox="1"/>
          <p:nvPr/>
        </p:nvSpPr>
        <p:spPr>
          <a:xfrm>
            <a:off x="390698" y="3905585"/>
            <a:ext cx="4796444" cy="738664"/>
          </a:xfrm>
          <a:prstGeom prst="rect">
            <a:avLst/>
          </a:prstGeom>
          <a:noFill/>
        </p:spPr>
        <p:txBody>
          <a:bodyPr wrap="square" rtlCol="0">
            <a:spAutoFit/>
          </a:bodyPr>
          <a:lstStyle/>
          <a:p>
            <a:r>
              <a:rPr lang="en-US" sz="1400" dirty="0"/>
              <a:t>Svensson, Patrik. 2009. “Humanities Computing as Digital Humanities.” </a:t>
            </a:r>
            <a:r>
              <a:rPr lang="en-US" sz="1400" i="1" dirty="0"/>
              <a:t>Digital Humanities Quarterly</a:t>
            </a:r>
            <a:r>
              <a:rPr lang="en-US" sz="1400" dirty="0"/>
              <a:t> 3, no. 3. https://</a:t>
            </a:r>
            <a:r>
              <a:rPr lang="en-US" sz="1400" dirty="0" err="1"/>
              <a:t>doi.org</a:t>
            </a:r>
            <a:r>
              <a:rPr lang="en-US" sz="1400" dirty="0"/>
              <a:t>/10.63744/</a:t>
            </a:r>
            <a:r>
              <a:rPr lang="en-US" sz="1400" dirty="0" err="1"/>
              <a:t>ejvcpnbazkgk</a:t>
            </a:r>
            <a:r>
              <a:rPr lang="en-US" sz="1400" dirty="0"/>
              <a:t>.</a:t>
            </a:r>
          </a:p>
        </p:txBody>
      </p:sp>
      <p:sp>
        <p:nvSpPr>
          <p:cNvPr id="7" name="TextBox 6">
            <a:extLst>
              <a:ext uri="{FF2B5EF4-FFF2-40B4-BE49-F238E27FC236}">
                <a16:creationId xmlns:a16="http://schemas.microsoft.com/office/drawing/2014/main" id="{21964EEB-92D3-363C-3054-C3336553BCAA}"/>
              </a:ext>
            </a:extLst>
          </p:cNvPr>
          <p:cNvSpPr txBox="1"/>
          <p:nvPr/>
        </p:nvSpPr>
        <p:spPr>
          <a:xfrm>
            <a:off x="390698" y="3166921"/>
            <a:ext cx="4796444" cy="738664"/>
          </a:xfrm>
          <a:prstGeom prst="rect">
            <a:avLst/>
          </a:prstGeom>
          <a:noFill/>
        </p:spPr>
        <p:txBody>
          <a:bodyPr wrap="square" rtlCol="0">
            <a:spAutoFit/>
          </a:bodyPr>
          <a:lstStyle/>
          <a:p>
            <a:r>
              <a:rPr lang="en-US" sz="1400"/>
              <a:t>Risam, Roopika. 2019. </a:t>
            </a:r>
            <a:r>
              <a:rPr lang="en-US" sz="1400" i="1"/>
              <a:t>New Digital Worlds: Postcolonial Digital Humanities in Theory, Praxis, and Pedagogy </a:t>
            </a:r>
            <a:r>
              <a:rPr lang="en-US" sz="1400"/>
              <a:t>(Evanston, Illinois: Northwestern University Press)</a:t>
            </a:r>
            <a:r>
              <a:rPr lang="en-US" sz="1400" i="1"/>
              <a:t>.</a:t>
            </a:r>
            <a:endParaRPr lang="en-US" sz="1400"/>
          </a:p>
        </p:txBody>
      </p:sp>
      <p:sp>
        <p:nvSpPr>
          <p:cNvPr id="8" name="TextBox 7">
            <a:extLst>
              <a:ext uri="{FF2B5EF4-FFF2-40B4-BE49-F238E27FC236}">
                <a16:creationId xmlns:a16="http://schemas.microsoft.com/office/drawing/2014/main" id="{B3C24585-BBA1-EDD5-17A2-854C69B7A4AA}"/>
              </a:ext>
            </a:extLst>
          </p:cNvPr>
          <p:cNvSpPr txBox="1"/>
          <p:nvPr/>
        </p:nvSpPr>
        <p:spPr>
          <a:xfrm>
            <a:off x="390698" y="1905037"/>
            <a:ext cx="4796444" cy="523220"/>
          </a:xfrm>
          <a:prstGeom prst="rect">
            <a:avLst/>
          </a:prstGeom>
          <a:noFill/>
        </p:spPr>
        <p:txBody>
          <a:bodyPr wrap="square" rtlCol="0">
            <a:spAutoFit/>
          </a:bodyPr>
          <a:lstStyle/>
          <a:p>
            <a:r>
              <a:rPr lang="en-US" sz="1400" dirty="0"/>
              <a:t>Jockers, Matthew. 2013. </a:t>
            </a:r>
            <a:r>
              <a:rPr lang="en-US" sz="1400" i="1" dirty="0"/>
              <a:t>Macroanalysis: Digital Methods and Literary History </a:t>
            </a:r>
            <a:r>
              <a:rPr lang="en-US" sz="1400" dirty="0"/>
              <a:t>(Urbana: University of Illinois Press)</a:t>
            </a:r>
            <a:r>
              <a:rPr lang="en-US" sz="1400" i="1" dirty="0"/>
              <a:t>.</a:t>
            </a:r>
            <a:endParaRPr lang="en-US" sz="1400" dirty="0"/>
          </a:p>
        </p:txBody>
      </p:sp>
      <p:sp>
        <p:nvSpPr>
          <p:cNvPr id="9" name="TextBox 8">
            <a:extLst>
              <a:ext uri="{FF2B5EF4-FFF2-40B4-BE49-F238E27FC236}">
                <a16:creationId xmlns:a16="http://schemas.microsoft.com/office/drawing/2014/main" id="{FDF3E31C-6A4D-DDD8-8A99-29EA91AAEAE6}"/>
              </a:ext>
            </a:extLst>
          </p:cNvPr>
          <p:cNvSpPr txBox="1"/>
          <p:nvPr/>
        </p:nvSpPr>
        <p:spPr>
          <a:xfrm>
            <a:off x="390698" y="2428257"/>
            <a:ext cx="4796444" cy="738664"/>
          </a:xfrm>
          <a:prstGeom prst="rect">
            <a:avLst/>
          </a:prstGeom>
          <a:noFill/>
        </p:spPr>
        <p:txBody>
          <a:bodyPr wrap="square" rtlCol="0">
            <a:spAutoFit/>
          </a:bodyPr>
          <a:lstStyle/>
          <a:p>
            <a:r>
              <a:rPr lang="en-US" sz="1400" dirty="0"/>
              <a:t>Jockers, Matthew, and Rosamond Thalken. 2020. </a:t>
            </a:r>
            <a:r>
              <a:rPr lang="en-US" sz="1400" i="1" dirty="0"/>
              <a:t>Text Analysis with R For Students of Literature, Second Edition </a:t>
            </a:r>
            <a:r>
              <a:rPr lang="en-US" sz="1400" dirty="0"/>
              <a:t>(Cham, Switzerland: Springer)</a:t>
            </a:r>
            <a:r>
              <a:rPr lang="en-US" sz="1400" i="1" dirty="0"/>
              <a:t>.</a:t>
            </a:r>
            <a:endParaRPr lang="en-US" sz="1400" dirty="0"/>
          </a:p>
        </p:txBody>
      </p:sp>
      <p:sp>
        <p:nvSpPr>
          <p:cNvPr id="11" name="TextBox 10">
            <a:extLst>
              <a:ext uri="{FF2B5EF4-FFF2-40B4-BE49-F238E27FC236}">
                <a16:creationId xmlns:a16="http://schemas.microsoft.com/office/drawing/2014/main" id="{52C3DAB4-0534-0C4E-C473-5EAEB4F389C6}"/>
              </a:ext>
            </a:extLst>
          </p:cNvPr>
          <p:cNvSpPr txBox="1"/>
          <p:nvPr/>
        </p:nvSpPr>
        <p:spPr>
          <a:xfrm>
            <a:off x="390698" y="950930"/>
            <a:ext cx="4796444" cy="954107"/>
          </a:xfrm>
          <a:prstGeom prst="rect">
            <a:avLst/>
          </a:prstGeom>
          <a:noFill/>
        </p:spPr>
        <p:txBody>
          <a:bodyPr wrap="square" rtlCol="0">
            <a:spAutoFit/>
          </a:bodyPr>
          <a:lstStyle/>
          <a:p>
            <a:r>
              <a:rPr lang="en-US" sz="1400" dirty="0"/>
              <a:t>Hockey, Susan. 2004. “The History of Humanities Computing.” In </a:t>
            </a:r>
            <a:r>
              <a:rPr lang="en-US" sz="1400" i="1" dirty="0"/>
              <a:t>A Companion to Digital Humanities</a:t>
            </a:r>
            <a:r>
              <a:rPr lang="en-US" sz="1400" dirty="0"/>
              <a:t>, edited by Susan Schreibman, Ray Siemens, and John Unsworth</a:t>
            </a:r>
            <a:r>
              <a:rPr lang="en-US" sz="1400" i="1" dirty="0"/>
              <a:t> </a:t>
            </a:r>
            <a:r>
              <a:rPr lang="en-US" sz="1400" dirty="0"/>
              <a:t>(Oxford: Blackwell)</a:t>
            </a:r>
            <a:r>
              <a:rPr lang="en-US" sz="1400" i="1" dirty="0"/>
              <a:t>.</a:t>
            </a:r>
            <a:endParaRPr lang="en-US" sz="1400" dirty="0"/>
          </a:p>
        </p:txBody>
      </p:sp>
    </p:spTree>
    <p:extLst>
      <p:ext uri="{BB962C8B-B14F-4D97-AF65-F5344CB8AC3E}">
        <p14:creationId xmlns:p14="http://schemas.microsoft.com/office/powerpoint/2010/main" val="20224963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AC3BCD-0B32-36AB-6F56-5E81FB26EE7B}"/>
              </a:ext>
            </a:extLst>
          </p:cNvPr>
          <p:cNvSpPr txBox="1"/>
          <p:nvPr/>
        </p:nvSpPr>
        <p:spPr>
          <a:xfrm>
            <a:off x="290945" y="1205346"/>
            <a:ext cx="4497187" cy="738664"/>
          </a:xfrm>
          <a:prstGeom prst="rect">
            <a:avLst/>
          </a:prstGeom>
          <a:noFill/>
        </p:spPr>
        <p:txBody>
          <a:bodyPr wrap="square" rtlCol="0">
            <a:spAutoFit/>
          </a:bodyPr>
          <a:lstStyle/>
          <a:p>
            <a:r>
              <a:rPr lang="en-US" sz="1400">
                <a:solidFill>
                  <a:schemeClr val="bg1"/>
                </a:solidFill>
              </a:rPr>
              <a:t>The Healers Project. 2024. </a:t>
            </a:r>
            <a:r>
              <a:rPr lang="en-US" sz="1400" i="1">
                <a:solidFill>
                  <a:schemeClr val="bg1"/>
                </a:solidFill>
              </a:rPr>
              <a:t>The Healers Project: Decolonizing Knowledge Within Afro-Indigenous Traditions.  </a:t>
            </a:r>
            <a:r>
              <a:rPr lang="en-US" sz="1400">
                <a:solidFill>
                  <a:schemeClr val="bg1"/>
                </a:solidFill>
                <a:hlinkClick r:id="rId2">
                  <a:extLst>
                    <a:ext uri="{A12FA001-AC4F-418D-AE19-62706E023703}">
                      <ahyp:hlinkClr xmlns:ahyp="http://schemas.microsoft.com/office/drawing/2018/hyperlinkcolor" val="tx"/>
                    </a:ext>
                  </a:extLst>
                </a:hlinkClick>
              </a:rPr>
              <a:t>https://healers.uoregon.edu</a:t>
            </a:r>
            <a:endParaRPr lang="en-US" sz="1400">
              <a:solidFill>
                <a:schemeClr val="bg1"/>
              </a:solidFill>
            </a:endParaRPr>
          </a:p>
        </p:txBody>
      </p:sp>
      <p:sp>
        <p:nvSpPr>
          <p:cNvPr id="3" name="TextBox 2">
            <a:extLst>
              <a:ext uri="{FF2B5EF4-FFF2-40B4-BE49-F238E27FC236}">
                <a16:creationId xmlns:a16="http://schemas.microsoft.com/office/drawing/2014/main" id="{2E24DEF0-81E9-9956-60F3-749AC17509B7}"/>
              </a:ext>
            </a:extLst>
          </p:cNvPr>
          <p:cNvSpPr txBox="1"/>
          <p:nvPr/>
        </p:nvSpPr>
        <p:spPr>
          <a:xfrm>
            <a:off x="290943" y="2038496"/>
            <a:ext cx="4497187" cy="1169551"/>
          </a:xfrm>
          <a:prstGeom prst="rect">
            <a:avLst/>
          </a:prstGeom>
          <a:noFill/>
        </p:spPr>
        <p:txBody>
          <a:bodyPr wrap="square" rtlCol="0">
            <a:spAutoFit/>
          </a:bodyPr>
          <a:lstStyle/>
          <a:p>
            <a:r>
              <a:rPr lang="en-US" sz="1400">
                <a:solidFill>
                  <a:schemeClr val="bg1"/>
                </a:solidFill>
              </a:rPr>
              <a:t>Nelson, Robert K., LaDale </a:t>
            </a:r>
            <a:r>
              <a:rPr lang="en-US" sz="1400" err="1">
                <a:solidFill>
                  <a:schemeClr val="bg1"/>
                </a:solidFill>
              </a:rPr>
              <a:t>Winling</a:t>
            </a:r>
            <a:r>
              <a:rPr lang="en-US" sz="1400">
                <a:solidFill>
                  <a:schemeClr val="bg1"/>
                </a:solidFill>
              </a:rPr>
              <a:t>, et al. "Mapping Inequality: Redlining in New Deal America." Edited by Robert K. Nelson. </a:t>
            </a:r>
            <a:r>
              <a:rPr lang="en-US" sz="1400" i="1">
                <a:solidFill>
                  <a:schemeClr val="bg1"/>
                </a:solidFill>
              </a:rPr>
              <a:t>American Panorama: An Atlas of United States History</a:t>
            </a:r>
            <a:r>
              <a:rPr lang="en-US" sz="1400">
                <a:solidFill>
                  <a:schemeClr val="bg1"/>
                </a:solidFill>
              </a:rPr>
              <a:t>, 2023. </a:t>
            </a:r>
            <a:r>
              <a:rPr lang="en-US" sz="1400">
                <a:solidFill>
                  <a:schemeClr val="bg1"/>
                </a:solidFill>
                <a:hlinkClick r:id="rId3">
                  <a:extLst>
                    <a:ext uri="{A12FA001-AC4F-418D-AE19-62706E023703}">
                      <ahyp:hlinkClr xmlns:ahyp="http://schemas.microsoft.com/office/drawing/2018/hyperlinkcolor" val="tx"/>
                    </a:ext>
                  </a:extLst>
                </a:hlinkClick>
              </a:rPr>
              <a:t>https://dsl.richmond.edu/panorama/redlining</a:t>
            </a:r>
            <a:r>
              <a:rPr lang="en-US" sz="1400">
                <a:solidFill>
                  <a:schemeClr val="bg1"/>
                </a:solidFill>
              </a:rPr>
              <a:t>.</a:t>
            </a:r>
          </a:p>
        </p:txBody>
      </p:sp>
      <p:sp>
        <p:nvSpPr>
          <p:cNvPr id="6" name="TextBox 5">
            <a:extLst>
              <a:ext uri="{FF2B5EF4-FFF2-40B4-BE49-F238E27FC236}">
                <a16:creationId xmlns:a16="http://schemas.microsoft.com/office/drawing/2014/main" id="{E66F0C93-45D9-B50F-5B0D-8429625343C1}"/>
              </a:ext>
            </a:extLst>
          </p:cNvPr>
          <p:cNvSpPr txBox="1"/>
          <p:nvPr/>
        </p:nvSpPr>
        <p:spPr>
          <a:xfrm>
            <a:off x="290942" y="4073045"/>
            <a:ext cx="4497187" cy="738664"/>
          </a:xfrm>
          <a:prstGeom prst="rect">
            <a:avLst/>
          </a:prstGeom>
          <a:noFill/>
        </p:spPr>
        <p:txBody>
          <a:bodyPr wrap="square" rtlCol="0">
            <a:spAutoFit/>
          </a:bodyPr>
          <a:lstStyle/>
          <a:p>
            <a:r>
              <a:rPr lang="en-US" sz="1400">
                <a:solidFill>
                  <a:schemeClr val="bg1"/>
                </a:solidFill>
              </a:rPr>
              <a:t>Scheidel, Walter, and Elijah Meeks. “ORBIS: The Stanford Geospatial Network Model of the Roman World.” https://</a:t>
            </a:r>
            <a:r>
              <a:rPr lang="en-US" sz="1400" err="1">
                <a:solidFill>
                  <a:schemeClr val="bg1"/>
                </a:solidFill>
              </a:rPr>
              <a:t>orbis.stanford.edu</a:t>
            </a:r>
            <a:r>
              <a:rPr lang="en-US" sz="1400">
                <a:solidFill>
                  <a:schemeClr val="bg1"/>
                </a:solidFill>
              </a:rPr>
              <a:t>/.</a:t>
            </a:r>
          </a:p>
        </p:txBody>
      </p:sp>
      <p:sp>
        <p:nvSpPr>
          <p:cNvPr id="7" name="TextBox 6">
            <a:extLst>
              <a:ext uri="{FF2B5EF4-FFF2-40B4-BE49-F238E27FC236}">
                <a16:creationId xmlns:a16="http://schemas.microsoft.com/office/drawing/2014/main" id="{90BA2674-204B-B314-8E89-03CE3D7DAB63}"/>
              </a:ext>
            </a:extLst>
          </p:cNvPr>
          <p:cNvSpPr txBox="1"/>
          <p:nvPr/>
        </p:nvSpPr>
        <p:spPr>
          <a:xfrm>
            <a:off x="290942" y="3386266"/>
            <a:ext cx="4497187" cy="523220"/>
          </a:xfrm>
          <a:prstGeom prst="rect">
            <a:avLst/>
          </a:prstGeom>
          <a:noFill/>
        </p:spPr>
        <p:txBody>
          <a:bodyPr wrap="square" rtlCol="0">
            <a:spAutoFit/>
          </a:bodyPr>
          <a:lstStyle/>
          <a:p>
            <a:r>
              <a:rPr lang="en-US" sz="1400" err="1">
                <a:solidFill>
                  <a:schemeClr val="bg1"/>
                </a:solidFill>
              </a:rPr>
              <a:t>Pasanek</a:t>
            </a:r>
            <a:r>
              <a:rPr lang="en-US" sz="1400">
                <a:solidFill>
                  <a:schemeClr val="bg1"/>
                </a:solidFill>
              </a:rPr>
              <a:t>, Brad. “The Mind is a Metaphor Database.” </a:t>
            </a:r>
            <a:r>
              <a:rPr lang="en-US" sz="1400">
                <a:solidFill>
                  <a:schemeClr val="bg1"/>
                </a:solidFill>
                <a:hlinkClick r:id="rId4">
                  <a:extLst>
                    <a:ext uri="{A12FA001-AC4F-418D-AE19-62706E023703}">
                      <ahyp:hlinkClr xmlns:ahyp="http://schemas.microsoft.com/office/drawing/2018/hyperlinkcolor" val="tx"/>
                    </a:ext>
                  </a:extLst>
                </a:hlinkClick>
              </a:rPr>
              <a:t>https://</a:t>
            </a:r>
            <a:r>
              <a:rPr lang="en-US" sz="1400" err="1">
                <a:solidFill>
                  <a:schemeClr val="bg1"/>
                </a:solidFill>
                <a:hlinkClick r:id="rId4">
                  <a:extLst>
                    <a:ext uri="{A12FA001-AC4F-418D-AE19-62706E023703}">
                      <ahyp:hlinkClr xmlns:ahyp="http://schemas.microsoft.com/office/drawing/2018/hyperlinkcolor" val="tx"/>
                    </a:ext>
                  </a:extLst>
                </a:hlinkClick>
              </a:rPr>
              <a:t>metaphors.lib.virginia.edu</a:t>
            </a:r>
            <a:r>
              <a:rPr lang="en-US" sz="1400">
                <a:solidFill>
                  <a:schemeClr val="bg1"/>
                </a:solidFill>
                <a:hlinkClick r:id="rId4">
                  <a:extLst>
                    <a:ext uri="{A12FA001-AC4F-418D-AE19-62706E023703}">
                      <ahyp:hlinkClr xmlns:ahyp="http://schemas.microsoft.com/office/drawing/2018/hyperlinkcolor" val="tx"/>
                    </a:ext>
                  </a:extLst>
                </a:hlinkClick>
              </a:rPr>
              <a:t>/metaphors</a:t>
            </a:r>
            <a:endParaRPr lang="en-US" sz="1400">
              <a:solidFill>
                <a:schemeClr val="bg1"/>
              </a:solidFill>
            </a:endParaRPr>
          </a:p>
        </p:txBody>
      </p:sp>
      <p:sp>
        <p:nvSpPr>
          <p:cNvPr id="8" name="TextBox 7">
            <a:extLst>
              <a:ext uri="{FF2B5EF4-FFF2-40B4-BE49-F238E27FC236}">
                <a16:creationId xmlns:a16="http://schemas.microsoft.com/office/drawing/2014/main" id="{6D3E3326-94D1-C6BE-94D1-5FE99FC37BA5}"/>
              </a:ext>
            </a:extLst>
          </p:cNvPr>
          <p:cNvSpPr txBox="1"/>
          <p:nvPr/>
        </p:nvSpPr>
        <p:spPr>
          <a:xfrm>
            <a:off x="290942" y="634883"/>
            <a:ext cx="4497187" cy="523220"/>
          </a:xfrm>
          <a:prstGeom prst="rect">
            <a:avLst/>
          </a:prstGeom>
          <a:noFill/>
        </p:spPr>
        <p:txBody>
          <a:bodyPr wrap="square" rtlCol="0">
            <a:spAutoFit/>
          </a:bodyPr>
          <a:lstStyle/>
          <a:p>
            <a:r>
              <a:rPr lang="en-US" sz="1400" dirty="0">
                <a:solidFill>
                  <a:schemeClr val="bg1"/>
                </a:solidFill>
              </a:rPr>
              <a:t>Booth, Alison. “Collective Biographies of Women.” https://</a:t>
            </a:r>
            <a:r>
              <a:rPr lang="en-US" sz="1400" dirty="0" err="1">
                <a:solidFill>
                  <a:schemeClr val="bg1"/>
                </a:solidFill>
              </a:rPr>
              <a:t>womensbios.lib.virginia.edu</a:t>
            </a:r>
            <a:r>
              <a:rPr lang="en-US" sz="1400" dirty="0">
                <a:solidFill>
                  <a:schemeClr val="bg1"/>
                </a:solidFill>
              </a:rPr>
              <a:t>/</a:t>
            </a:r>
            <a:r>
              <a:rPr lang="en-US" sz="1400" dirty="0" err="1">
                <a:solidFill>
                  <a:schemeClr val="bg1"/>
                </a:solidFill>
              </a:rPr>
              <a:t>about.html</a:t>
            </a:r>
            <a:r>
              <a:rPr lang="en-US" sz="1400" dirty="0">
                <a:solidFill>
                  <a:schemeClr val="bg1"/>
                </a:solidFill>
              </a:rPr>
              <a:t> </a:t>
            </a:r>
          </a:p>
        </p:txBody>
      </p:sp>
    </p:spTree>
    <p:extLst>
      <p:ext uri="{BB962C8B-B14F-4D97-AF65-F5344CB8AC3E}">
        <p14:creationId xmlns:p14="http://schemas.microsoft.com/office/powerpoint/2010/main" val="8898319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716C4-87E0-15C9-329F-CA88A0B3CC1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401EAC8-9B5B-8FBF-6098-B3E7DAA3B0C5}"/>
              </a:ext>
            </a:extLst>
          </p:cNvPr>
          <p:cNvSpPr txBox="1"/>
          <p:nvPr/>
        </p:nvSpPr>
        <p:spPr>
          <a:xfrm>
            <a:off x="357441" y="941829"/>
            <a:ext cx="4497187" cy="738664"/>
          </a:xfrm>
          <a:prstGeom prst="rect">
            <a:avLst/>
          </a:prstGeom>
          <a:noFill/>
        </p:spPr>
        <p:txBody>
          <a:bodyPr wrap="square" rtlCol="0">
            <a:spAutoFit/>
          </a:bodyPr>
          <a:lstStyle/>
          <a:p>
            <a:r>
              <a:rPr lang="en-US" sz="1400" dirty="0">
                <a:solidFill>
                  <a:schemeClr val="bg1"/>
                </a:solidFill>
              </a:rPr>
              <a:t>The Healers Project. 2024. </a:t>
            </a:r>
            <a:r>
              <a:rPr lang="en-US" sz="1400" i="1" dirty="0">
                <a:solidFill>
                  <a:schemeClr val="bg1"/>
                </a:solidFill>
              </a:rPr>
              <a:t>The Healers Project: Decolonizing Knowledge Within Afro-Indigenous Traditions.  </a:t>
            </a:r>
            <a:r>
              <a:rPr lang="en-US" sz="1400" dirty="0">
                <a:solidFill>
                  <a:schemeClr val="bg1"/>
                </a:solidFill>
                <a:hlinkClick r:id="rId2">
                  <a:extLst>
                    <a:ext uri="{A12FA001-AC4F-418D-AE19-62706E023703}">
                      <ahyp:hlinkClr xmlns:ahyp="http://schemas.microsoft.com/office/drawing/2018/hyperlinkcolor" val="tx"/>
                    </a:ext>
                  </a:extLst>
                </a:hlinkClick>
              </a:rPr>
              <a:t>https://healers.uoregon.edu</a:t>
            </a:r>
            <a:endParaRPr lang="en-US" sz="1400" dirty="0">
              <a:solidFill>
                <a:schemeClr val="bg1"/>
              </a:solidFill>
            </a:endParaRPr>
          </a:p>
        </p:txBody>
      </p:sp>
      <p:sp>
        <p:nvSpPr>
          <p:cNvPr id="3" name="TextBox 2">
            <a:extLst>
              <a:ext uri="{FF2B5EF4-FFF2-40B4-BE49-F238E27FC236}">
                <a16:creationId xmlns:a16="http://schemas.microsoft.com/office/drawing/2014/main" id="{5C99AF32-2AA3-209D-CD8B-9F7F35AFE08B}"/>
              </a:ext>
            </a:extLst>
          </p:cNvPr>
          <p:cNvSpPr txBox="1"/>
          <p:nvPr/>
        </p:nvSpPr>
        <p:spPr>
          <a:xfrm>
            <a:off x="357441" y="1708231"/>
            <a:ext cx="4497187" cy="1169551"/>
          </a:xfrm>
          <a:prstGeom prst="rect">
            <a:avLst/>
          </a:prstGeom>
          <a:noFill/>
        </p:spPr>
        <p:txBody>
          <a:bodyPr wrap="square" rtlCol="0">
            <a:spAutoFit/>
          </a:bodyPr>
          <a:lstStyle/>
          <a:p>
            <a:r>
              <a:rPr lang="en-US" sz="1400" dirty="0">
                <a:solidFill>
                  <a:schemeClr val="bg1"/>
                </a:solidFill>
              </a:rPr>
              <a:t>Nelson, Robert K., LaDale </a:t>
            </a:r>
            <a:r>
              <a:rPr lang="en-US" sz="1400" dirty="0" err="1">
                <a:solidFill>
                  <a:schemeClr val="bg1"/>
                </a:solidFill>
              </a:rPr>
              <a:t>Winling</a:t>
            </a:r>
            <a:r>
              <a:rPr lang="en-US" sz="1400" dirty="0">
                <a:solidFill>
                  <a:schemeClr val="bg1"/>
                </a:solidFill>
              </a:rPr>
              <a:t>, et al. "Mapping Inequality: Redlining in New Deal America." Edited by Robert K. Nelson. </a:t>
            </a:r>
            <a:r>
              <a:rPr lang="en-US" sz="1400" i="1" dirty="0">
                <a:solidFill>
                  <a:schemeClr val="bg1"/>
                </a:solidFill>
              </a:rPr>
              <a:t>American Panorama: An Atlas of United States History</a:t>
            </a:r>
            <a:r>
              <a:rPr lang="en-US" sz="1400" dirty="0">
                <a:solidFill>
                  <a:schemeClr val="bg1"/>
                </a:solidFill>
              </a:rPr>
              <a:t>, 2023. </a:t>
            </a:r>
            <a:r>
              <a:rPr lang="en-US" sz="1400" dirty="0">
                <a:solidFill>
                  <a:schemeClr val="bg1"/>
                </a:solidFill>
                <a:hlinkClick r:id="rId3">
                  <a:extLst>
                    <a:ext uri="{A12FA001-AC4F-418D-AE19-62706E023703}">
                      <ahyp:hlinkClr xmlns:ahyp="http://schemas.microsoft.com/office/drawing/2018/hyperlinkcolor" val="tx"/>
                    </a:ext>
                  </a:extLst>
                </a:hlinkClick>
              </a:rPr>
              <a:t>https://dsl.richmond.edu/panorama/redlining</a:t>
            </a:r>
            <a:r>
              <a:rPr lang="en-US" sz="1400" dirty="0">
                <a:solidFill>
                  <a:schemeClr val="bg1"/>
                </a:solidFill>
              </a:rPr>
              <a:t>.</a:t>
            </a:r>
          </a:p>
        </p:txBody>
      </p:sp>
      <p:sp>
        <p:nvSpPr>
          <p:cNvPr id="4" name="TextBox 3">
            <a:extLst>
              <a:ext uri="{FF2B5EF4-FFF2-40B4-BE49-F238E27FC236}">
                <a16:creationId xmlns:a16="http://schemas.microsoft.com/office/drawing/2014/main" id="{5B859850-282A-01A5-1B02-CE5BBCEA2D4B}"/>
              </a:ext>
            </a:extLst>
          </p:cNvPr>
          <p:cNvSpPr txBox="1"/>
          <p:nvPr/>
        </p:nvSpPr>
        <p:spPr>
          <a:xfrm>
            <a:off x="357441" y="4222880"/>
            <a:ext cx="4497187" cy="523220"/>
          </a:xfrm>
          <a:prstGeom prst="rect">
            <a:avLst/>
          </a:prstGeom>
          <a:noFill/>
        </p:spPr>
        <p:txBody>
          <a:bodyPr wrap="square" rtlCol="0">
            <a:spAutoFit/>
          </a:bodyPr>
          <a:lstStyle/>
          <a:p>
            <a:r>
              <a:rPr lang="en-US" sz="1400" dirty="0">
                <a:solidFill>
                  <a:schemeClr val="bg1"/>
                </a:solidFill>
              </a:rPr>
              <a:t>The Trans-Atlantic Slave Trade Database. 2019. </a:t>
            </a:r>
            <a:r>
              <a:rPr lang="en-US" sz="1400" i="1" dirty="0" err="1">
                <a:solidFill>
                  <a:schemeClr val="bg1"/>
                </a:solidFill>
              </a:rPr>
              <a:t>SlaveVoyages</a:t>
            </a:r>
            <a:r>
              <a:rPr lang="en-US" sz="1400" i="1" dirty="0">
                <a:solidFill>
                  <a:schemeClr val="bg1"/>
                </a:solidFill>
              </a:rPr>
              <a:t>.</a:t>
            </a:r>
            <a:r>
              <a:rPr lang="en-US" sz="1400" dirty="0">
                <a:solidFill>
                  <a:schemeClr val="bg1"/>
                </a:solidFill>
              </a:rPr>
              <a:t> </a:t>
            </a:r>
            <a:r>
              <a:rPr lang="en-US" sz="1400" dirty="0">
                <a:solidFill>
                  <a:schemeClr val="bg1"/>
                </a:solidFill>
                <a:hlinkClick r:id="rId4">
                  <a:extLst>
                    <a:ext uri="{A12FA001-AC4F-418D-AE19-62706E023703}">
                      <ahyp:hlinkClr xmlns:ahyp="http://schemas.microsoft.com/office/drawing/2018/hyperlinkcolor" val="tx"/>
                    </a:ext>
                  </a:extLst>
                </a:hlinkClick>
              </a:rPr>
              <a:t>https://www.slavevoyages.org</a:t>
            </a:r>
            <a:endParaRPr lang="en-US" sz="1400" dirty="0">
              <a:solidFill>
                <a:schemeClr val="bg1"/>
              </a:solidFill>
            </a:endParaRPr>
          </a:p>
        </p:txBody>
      </p:sp>
      <p:sp>
        <p:nvSpPr>
          <p:cNvPr id="6" name="TextBox 5">
            <a:extLst>
              <a:ext uri="{FF2B5EF4-FFF2-40B4-BE49-F238E27FC236}">
                <a16:creationId xmlns:a16="http://schemas.microsoft.com/office/drawing/2014/main" id="{0DD1E650-AF6F-A20F-1186-249171545BD8}"/>
              </a:ext>
            </a:extLst>
          </p:cNvPr>
          <p:cNvSpPr txBox="1"/>
          <p:nvPr/>
        </p:nvSpPr>
        <p:spPr>
          <a:xfrm>
            <a:off x="357441" y="3456478"/>
            <a:ext cx="4497187" cy="738664"/>
          </a:xfrm>
          <a:prstGeom prst="rect">
            <a:avLst/>
          </a:prstGeom>
          <a:noFill/>
        </p:spPr>
        <p:txBody>
          <a:bodyPr wrap="square" rtlCol="0">
            <a:spAutoFit/>
          </a:bodyPr>
          <a:lstStyle/>
          <a:p>
            <a:r>
              <a:rPr lang="en-US" sz="1400" dirty="0">
                <a:solidFill>
                  <a:schemeClr val="bg1"/>
                </a:solidFill>
              </a:rPr>
              <a:t>Scheidel, Walter, and Elijah Meeks. “ORBIS: The Stanford Geospatial Network Model of the Roman World.” https://</a:t>
            </a:r>
            <a:r>
              <a:rPr lang="en-US" sz="1400" dirty="0" err="1">
                <a:solidFill>
                  <a:schemeClr val="bg1"/>
                </a:solidFill>
              </a:rPr>
              <a:t>orbis.stanford.edu</a:t>
            </a:r>
            <a:r>
              <a:rPr lang="en-US" sz="1400" dirty="0">
                <a:solidFill>
                  <a:schemeClr val="bg1"/>
                </a:solidFill>
              </a:rPr>
              <a:t>/.</a:t>
            </a:r>
          </a:p>
        </p:txBody>
      </p:sp>
      <p:sp>
        <p:nvSpPr>
          <p:cNvPr id="7" name="TextBox 6">
            <a:extLst>
              <a:ext uri="{FF2B5EF4-FFF2-40B4-BE49-F238E27FC236}">
                <a16:creationId xmlns:a16="http://schemas.microsoft.com/office/drawing/2014/main" id="{7CFE4FEB-788A-F049-CF18-4B3A24668A8F}"/>
              </a:ext>
            </a:extLst>
          </p:cNvPr>
          <p:cNvSpPr txBox="1"/>
          <p:nvPr/>
        </p:nvSpPr>
        <p:spPr>
          <a:xfrm>
            <a:off x="357441" y="2905520"/>
            <a:ext cx="4497187" cy="523220"/>
          </a:xfrm>
          <a:prstGeom prst="rect">
            <a:avLst/>
          </a:prstGeom>
          <a:noFill/>
        </p:spPr>
        <p:txBody>
          <a:bodyPr wrap="square" rtlCol="0">
            <a:spAutoFit/>
          </a:bodyPr>
          <a:lstStyle/>
          <a:p>
            <a:r>
              <a:rPr lang="en-US" sz="1400" dirty="0" err="1">
                <a:solidFill>
                  <a:schemeClr val="bg1"/>
                </a:solidFill>
              </a:rPr>
              <a:t>Pasanek</a:t>
            </a:r>
            <a:r>
              <a:rPr lang="en-US" sz="1400" dirty="0">
                <a:solidFill>
                  <a:schemeClr val="bg1"/>
                </a:solidFill>
              </a:rPr>
              <a:t>, Brad. “The Mind is a Metaphor Database.” </a:t>
            </a:r>
            <a:r>
              <a:rPr lang="en-US" sz="1400" dirty="0">
                <a:solidFill>
                  <a:schemeClr val="bg1"/>
                </a:solidFill>
                <a:hlinkClick r:id="rId5">
                  <a:extLst>
                    <a:ext uri="{A12FA001-AC4F-418D-AE19-62706E023703}">
                      <ahyp:hlinkClr xmlns:ahyp="http://schemas.microsoft.com/office/drawing/2018/hyperlinkcolor" val="tx"/>
                    </a:ext>
                  </a:extLst>
                </a:hlinkClick>
              </a:rPr>
              <a:t>https://metaphors.lib.virginia.edu/metaphors</a:t>
            </a:r>
            <a:endParaRPr lang="en-US" sz="1400" dirty="0">
              <a:solidFill>
                <a:schemeClr val="bg1"/>
              </a:solidFill>
            </a:endParaRPr>
          </a:p>
        </p:txBody>
      </p:sp>
      <p:sp>
        <p:nvSpPr>
          <p:cNvPr id="8" name="TextBox 7">
            <a:extLst>
              <a:ext uri="{FF2B5EF4-FFF2-40B4-BE49-F238E27FC236}">
                <a16:creationId xmlns:a16="http://schemas.microsoft.com/office/drawing/2014/main" id="{68F1600E-0EB7-C6CB-F1A3-FB1B980533E5}"/>
              </a:ext>
            </a:extLst>
          </p:cNvPr>
          <p:cNvSpPr txBox="1"/>
          <p:nvPr/>
        </p:nvSpPr>
        <p:spPr>
          <a:xfrm>
            <a:off x="357441" y="390871"/>
            <a:ext cx="4497187" cy="523220"/>
          </a:xfrm>
          <a:prstGeom prst="rect">
            <a:avLst/>
          </a:prstGeom>
          <a:noFill/>
        </p:spPr>
        <p:txBody>
          <a:bodyPr wrap="square" rtlCol="0">
            <a:spAutoFit/>
          </a:bodyPr>
          <a:lstStyle/>
          <a:p>
            <a:r>
              <a:rPr lang="en-US" sz="1400" dirty="0">
                <a:solidFill>
                  <a:schemeClr val="bg1"/>
                </a:solidFill>
              </a:rPr>
              <a:t>Booth, Alison. “Collective Biographies of Women.” https://</a:t>
            </a:r>
            <a:r>
              <a:rPr lang="en-US" sz="1400" dirty="0" err="1">
                <a:solidFill>
                  <a:schemeClr val="bg1"/>
                </a:solidFill>
              </a:rPr>
              <a:t>womensbios.lib.virginia.edu</a:t>
            </a:r>
            <a:r>
              <a:rPr lang="en-US" sz="1400" dirty="0">
                <a:solidFill>
                  <a:schemeClr val="bg1"/>
                </a:solidFill>
              </a:rPr>
              <a:t>/</a:t>
            </a:r>
            <a:r>
              <a:rPr lang="en-US" sz="1400" dirty="0" err="1">
                <a:solidFill>
                  <a:schemeClr val="bg1"/>
                </a:solidFill>
              </a:rPr>
              <a:t>about.html</a:t>
            </a:r>
            <a:r>
              <a:rPr lang="en-US" sz="1400" dirty="0">
                <a:solidFill>
                  <a:schemeClr val="bg1"/>
                </a:solidFill>
              </a:rPr>
              <a:t> </a:t>
            </a:r>
          </a:p>
        </p:txBody>
      </p:sp>
    </p:spTree>
    <p:extLst>
      <p:ext uri="{BB962C8B-B14F-4D97-AF65-F5344CB8AC3E}">
        <p14:creationId xmlns:p14="http://schemas.microsoft.com/office/powerpoint/2010/main" val="1242619090"/>
      </p:ext>
    </p:extLst>
  </p:cSld>
  <p:clrMapOvr>
    <a:masterClrMapping/>
  </p:clrMapOvr>
</p:sld>
</file>

<file path=ppt/theme/theme1.xml><?xml version="1.0" encoding="utf-8"?>
<a:theme xmlns:a="http://schemas.openxmlformats.org/drawingml/2006/main" name="Office Theme">
  <a:themeElements>
    <a:clrScheme name="UT San Antonio 2">
      <a:dk1>
        <a:srgbClr val="032044"/>
      </a:dk1>
      <a:lt1>
        <a:srgbClr val="FFFFFF"/>
      </a:lt1>
      <a:dk2>
        <a:srgbClr val="032044"/>
      </a:dk2>
      <a:lt2>
        <a:srgbClr val="F8F3F1"/>
      </a:lt2>
      <a:accent1>
        <a:srgbClr val="F15922"/>
      </a:accent1>
      <a:accent2>
        <a:srgbClr val="032044"/>
      </a:accent2>
      <a:accent3>
        <a:srgbClr val="265BF7"/>
      </a:accent3>
      <a:accent4>
        <a:srgbClr val="C8DCFF"/>
      </a:accent4>
      <a:accent5>
        <a:srgbClr val="D3430D"/>
      </a:accent5>
      <a:accent6>
        <a:srgbClr val="D5CFC8"/>
      </a:accent6>
      <a:hlink>
        <a:srgbClr val="265BF7"/>
      </a:hlink>
      <a:folHlink>
        <a:srgbClr val="D5CFC8"/>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F05F40970C0746BD9549B96C94D77B" ma:contentTypeVersion="22" ma:contentTypeDescription="Create a new document." ma:contentTypeScope="" ma:versionID="123d983a6aabe167c706f0d26b520d64">
  <xsd:schema xmlns:xsd="http://www.w3.org/2001/XMLSchema" xmlns:xs="http://www.w3.org/2001/XMLSchema" xmlns:p="http://schemas.microsoft.com/office/2006/metadata/properties" xmlns:ns2="c2af08b2-28c8-41be-ac7f-cf7dda0197f4" xmlns:ns3="7a2b0de8-52ab-467a-89e5-9fc124551b9b" targetNamespace="http://schemas.microsoft.com/office/2006/metadata/properties" ma:root="true" ma:fieldsID="1b32f9b437a482fc822897d3e9fe88f3" ns2:_="" ns3:_="">
    <xsd:import namespace="c2af08b2-28c8-41be-ac7f-cf7dda0197f4"/>
    <xsd:import namespace="7a2b0de8-52ab-467a-89e5-9fc124551b9b"/>
    <xsd:element name="properties">
      <xsd:complexType>
        <xsd:sequence>
          <xsd:element name="documentManagement">
            <xsd:complexType>
              <xsd:all>
                <xsd:element ref="ns2:_dlc_DocId" minOccurs="0"/>
                <xsd:element ref="ns2:_dlc_DocIdUrl" minOccurs="0"/>
                <xsd:element ref="ns2:_dlc_DocIdPersistId" minOccurs="0"/>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lcf76f155ced4ddcb4097134ff3c332f" minOccurs="0"/>
                <xsd:element ref="ns2:TaxCatchAll" minOccurs="0"/>
                <xsd:element ref="ns3:MediaServiceObjectDetectorVersions" minOccurs="0"/>
                <xsd:element ref="ns3:MediaServiceSearchProperties" minOccurs="0"/>
                <xsd:element ref="ns3:Thumbnail"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af08b2-28c8-41be-ac7f-cf7dda0197f4"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1"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description="" ma:internalName="SharedWithDetails" ma:readOnly="true">
      <xsd:simpleType>
        <xsd:restriction base="dms:Note">
          <xsd:maxLength value="255"/>
        </xsd:restriction>
      </xsd:simpleType>
    </xsd:element>
    <xsd:element name="TaxCatchAll" ma:index="26" nillable="true" ma:displayName="Taxonomy Catch All Column" ma:hidden="true" ma:list="{096e2cf1-7c35-4f30-8448-9ed9608379e4}" ma:internalName="TaxCatchAll" ma:showField="CatchAllData" ma:web="c2af08b2-28c8-41be-ac7f-cf7dda0197f4">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a2b0de8-52ab-467a-89e5-9fc124551b9b" elementFormDefault="qualified">
    <xsd:import namespace="http://schemas.microsoft.com/office/2006/documentManagement/types"/>
    <xsd:import namespace="http://schemas.microsoft.com/office/infopath/2007/PartnerControls"/>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DateTaken" ma:index="21" nillable="true" ma:displayName="MediaServiceDateTaken" ma:hidden="true" ma:internalName="MediaServiceDateTaken" ma:readOnly="true">
      <xsd:simpleType>
        <xsd:restriction base="dms:Text"/>
      </xsd:simpleType>
    </xsd:element>
    <xsd:element name="MediaLengthInSeconds" ma:index="22" nillable="true" ma:displayName="Length (seconds)" ma:internalName="MediaLengthInSeconds" ma:readOnly="true">
      <xsd:simpleType>
        <xsd:restriction base="dms:Unknown"/>
      </xsd:simpleType>
    </xsd:element>
    <xsd:element name="MediaServiceLocation" ma:index="23" nillable="true" ma:displayName="Location" ma:internalName="MediaServiceLocation" ma:readOnly="true">
      <xsd:simpleType>
        <xsd:restriction base="dms:Text"/>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7e2460c1-68ac-49f9-8926-f1c18bc8cf1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element name="Thumbnail" ma:index="29" nillable="true" ma:displayName="Thumbnail" ma:format="Thumbnail" ma:internalName="Thumbnail">
      <xsd:simpleType>
        <xsd:restriction base="dms:Unknown"/>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p:properties xmlns:p="http://schemas.microsoft.com/office/2006/metadata/properties" xmlns:xsi="http://www.w3.org/2001/XMLSchema-instance" xmlns:pc="http://schemas.microsoft.com/office/infopath/2007/PartnerControls">
  <documentManagement>
    <_dlc_DocId xmlns="c2af08b2-28c8-41be-ac7f-cf7dda0197f4">J4DFTXAEDQAD-1259583591-2820525</_dlc_DocId>
    <_dlc_DocIdUrl xmlns="c2af08b2-28c8-41be-ac7f-cf7dda0197f4">
      <Url>https://utsacloud.sharepoint.com/sites/library/_layouts/15/DocIdRedir.aspx?ID=J4DFTXAEDQAD-1259583591-2820525</Url>
      <Description>J4DFTXAEDQAD-1259583591-2820525</Description>
    </_dlc_DocIdUrl>
    <TaxCatchAll xmlns="c2af08b2-28c8-41be-ac7f-cf7dda0197f4" xsi:nil="true"/>
    <Thumbnail xmlns="7a2b0de8-52ab-467a-89e5-9fc124551b9b" xsi:nil="true"/>
    <lcf76f155ced4ddcb4097134ff3c332f xmlns="7a2b0de8-52ab-467a-89e5-9fc124551b9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432B88D-FDB0-4487-8978-C6824437C1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2af08b2-28c8-41be-ac7f-cf7dda0197f4"/>
    <ds:schemaRef ds:uri="7a2b0de8-52ab-467a-89e5-9fc124551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C65A741-0869-4A26-9D53-5C4C68D330E4}">
  <ds:schemaRefs>
    <ds:schemaRef ds:uri="http://schemas.microsoft.com/sharepoint/v3/contenttype/forms"/>
  </ds:schemaRefs>
</ds:datastoreItem>
</file>

<file path=customXml/itemProps3.xml><?xml version="1.0" encoding="utf-8"?>
<ds:datastoreItem xmlns:ds="http://schemas.openxmlformats.org/officeDocument/2006/customXml" ds:itemID="{B0ADE324-BF64-417B-A065-2DBDA91C9B21}">
  <ds:schemaRefs>
    <ds:schemaRef ds:uri="http://schemas.microsoft.com/sharepoint/events"/>
  </ds:schemaRefs>
</ds:datastoreItem>
</file>

<file path=customXml/itemProps4.xml><?xml version="1.0" encoding="utf-8"?>
<ds:datastoreItem xmlns:ds="http://schemas.openxmlformats.org/officeDocument/2006/customXml" ds:itemID="{1B67679B-7CAC-482E-B3BA-2CECC455A80A}">
  <ds:schemaRefs>
    <ds:schemaRef ds:uri="http://purl.org/dc/elements/1.1/"/>
    <ds:schemaRef ds:uri="c2af08b2-28c8-41be-ac7f-cf7dda0197f4"/>
    <ds:schemaRef ds:uri="http://purl.org/dc/terms/"/>
    <ds:schemaRef ds:uri="http://schemas.microsoft.com/office/2006/documentManagement/types"/>
    <ds:schemaRef ds:uri="http://schemas.microsoft.com/office/2006/metadata/properties"/>
    <ds:schemaRef ds:uri="7a2b0de8-52ab-467a-89e5-9fc124551b9b"/>
    <ds:schemaRef ds:uri="http://purl.org/dc/dcmitype/"/>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8248</TotalTime>
  <Words>1933</Words>
  <Application>Microsoft Macintosh PowerPoint</Application>
  <PresentationFormat>On-screen Show (16:9)</PresentationFormat>
  <Paragraphs>142</Paragraphs>
  <Slides>30</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Aptos</vt:lpstr>
      <vt:lpstr>Aptos ExtraBold</vt:lpstr>
      <vt:lpstr>Aptos SemiBold</vt:lpstr>
      <vt:lpstr>Arial</vt:lpstr>
      <vt:lpstr>Helvetica</vt:lpstr>
      <vt:lpstr>Source Sans Pro</vt:lpstr>
      <vt:lpstr>Office Theme</vt:lpstr>
      <vt:lpstr>Digital Humanities &amp;  Literary Studies</vt:lpstr>
      <vt:lpstr>Disclaimer</vt:lpstr>
      <vt:lpstr>Digital Literary Studies within Digital Humanities</vt:lpstr>
      <vt:lpstr>Examples</vt:lpstr>
      <vt:lpstr>History DH:</vt:lpstr>
      <vt:lpstr>History DH:</vt:lpstr>
      <vt:lpstr>Anthropology DH:</vt:lpstr>
      <vt:lpstr>Classics DH:</vt:lpstr>
      <vt:lpstr>Styles of Digital Literature Studies</vt:lpstr>
      <vt:lpstr>DH Literature Studies:</vt:lpstr>
      <vt:lpstr>DH Literary Studies:</vt:lpstr>
      <vt:lpstr>DH Literary Studies:</vt:lpstr>
      <vt:lpstr>”Humanities Computing” DH:</vt:lpstr>
      <vt:lpstr>Origins of Humanities Computing</vt:lpstr>
      <vt:lpstr>Humanities Computing History</vt:lpstr>
      <vt:lpstr>Humanities Computing becomes Digital Humanities</vt:lpstr>
      <vt:lpstr>Example:</vt:lpstr>
      <vt:lpstr>Stanford Literary Lab</vt:lpstr>
      <vt:lpstr>DH Literary History</vt:lpstr>
      <vt:lpstr>Macroanalysis</vt:lpstr>
      <vt:lpstr>Exploratory Digital Literary Analysis</vt:lpstr>
      <vt:lpstr>Example:</vt:lpstr>
      <vt:lpstr>Visualizing Repetition:</vt:lpstr>
      <vt:lpstr>Meanwhile ...</vt:lpstr>
      <vt:lpstr>The transformation of NLP</vt:lpstr>
      <vt:lpstr>Problem!!!</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Mitzi Shipley</dc:creator>
  <cp:lastModifiedBy>Javier Ruedas</cp:lastModifiedBy>
  <cp:revision>53</cp:revision>
  <dcterms:created xsi:type="dcterms:W3CDTF">2025-07-01T01:31:32Z</dcterms:created>
  <dcterms:modified xsi:type="dcterms:W3CDTF">2026-10-05T21:08:27Z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0x01010045F05F40970C0746BD9549B96C94D77B</vt:lpwstr>
  </property>
  <property fmtid="{D5CDD505-2E9C-101B-9397-08002B2CF9AE}" pid="3" name="_dlc_DocIdItemGuid">
    <vt:lpwstr>4869ec79-0d98-4a32-8c30-6e23bf14218e</vt:lpwstr>
  </property>
</Properties>
</file>